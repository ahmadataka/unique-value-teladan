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037c17cc254f54" /><Relationship Type="http://schemas.openxmlformats.org/officeDocument/2006/relationships/extended-properties" Target="/docProps/app.xml" Id="R7c8960434f4c4f07" /><Relationship Type="http://schemas.openxmlformats.org/officeDocument/2006/relationships/officeDocument" Target="/ppt/presentation.xml" Id="R2d8361aeb71846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b88d825bc74d2b"/>
  </p:sldMasterIdLst>
  <p:notesMasterIdLst>
    <p:notesMasterId xmlns:r="http://schemas.openxmlformats.org/officeDocument/2006/relationships" r:id="R2a0f765245934d12"/>
  </p:notesMasterIdLst>
  <p:sldIdLst>
    <p:sldId xmlns:r="http://schemas.openxmlformats.org/officeDocument/2006/relationships" id="256" r:id="R3bdc803cebe44caf"/>
    <p:sldId xmlns:r="http://schemas.openxmlformats.org/officeDocument/2006/relationships" id="257" r:id="Rf6b8ac09811c4968"/>
    <p:sldId xmlns:r="http://schemas.openxmlformats.org/officeDocument/2006/relationships" id="258" r:id="R06f99e16d5cd476f"/>
    <p:sldId xmlns:r="http://schemas.openxmlformats.org/officeDocument/2006/relationships" id="259" r:id="R1af4e1fe49ff41dd"/>
    <p:sldId xmlns:r="http://schemas.openxmlformats.org/officeDocument/2006/relationships" id="260" r:id="Rc45aae16597f4e54"/>
    <p:sldId xmlns:r="http://schemas.openxmlformats.org/officeDocument/2006/relationships" id="261" r:id="Rcae76619daf948b8"/>
    <p:sldId xmlns:r="http://schemas.openxmlformats.org/officeDocument/2006/relationships" id="262" r:id="R4b46c99696da43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86c40e0421488c" /><Relationship Type="http://schemas.openxmlformats.org/officeDocument/2006/relationships/slideMaster" Target="/ppt/slideMasters/slideMaster1.xml" Id="Rfcb88d825bc74d2b" /><Relationship Type="http://schemas.openxmlformats.org/officeDocument/2006/relationships/notesMaster" Target="/ppt/notesMasters/notesMaster1.xml" Id="R2a0f765245934d12" /><Relationship Type="http://schemas.openxmlformats.org/officeDocument/2006/relationships/presProps" Target="/ppt/presProps.xml" Id="R04cef17a4eb54a6d" /><Relationship Type="http://schemas.openxmlformats.org/officeDocument/2006/relationships/tableStyles" Target="/ppt/tableStyles.xml" Id="R0a703285da884f21" /><Relationship Type="http://schemas.openxmlformats.org/officeDocument/2006/relationships/slide" Target="/ppt/slides/slide1.xml" Id="R3bdc803cebe44caf" /><Relationship Type="http://schemas.openxmlformats.org/officeDocument/2006/relationships/slide" Target="/ppt/slides/slide2.xml" Id="Rf6b8ac09811c4968" /><Relationship Type="http://schemas.openxmlformats.org/officeDocument/2006/relationships/slide" Target="/ppt/slides/slide3.xml" Id="R06f99e16d5cd476f" /><Relationship Type="http://schemas.openxmlformats.org/officeDocument/2006/relationships/slide" Target="/ppt/slides/slide4.xml" Id="R1af4e1fe49ff41dd" /><Relationship Type="http://schemas.openxmlformats.org/officeDocument/2006/relationships/slide" Target="/ppt/slides/slide5.xml" Id="Rc45aae16597f4e54" /><Relationship Type="http://schemas.openxmlformats.org/officeDocument/2006/relationships/slide" Target="/ppt/slides/slide6.xml" Id="Rcae76619daf948b8" /><Relationship Type="http://schemas.openxmlformats.org/officeDocument/2006/relationships/slide" Target="/ppt/slides/slide7.xml" Id="R4b46c99696da43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c422f90b1543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69ad5439ce460d" /><Relationship Type="http://schemas.openxmlformats.org/officeDocument/2006/relationships/notesMaster" Target="/ppt/notesMasters/notesMaster1.xml" Id="Rab8ad6a8626747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23ce4a587c4d54" /><Relationship Type="http://schemas.openxmlformats.org/officeDocument/2006/relationships/notesMaster" Target="/ppt/notesMasters/notesMaster1.xml" Id="Rc223730955bb4a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61e842cf4b44ca" /><Relationship Type="http://schemas.openxmlformats.org/officeDocument/2006/relationships/notesMaster" Target="/ppt/notesMasters/notesMaster1.xml" Id="Re46f3353c8154b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5fd8a1002946e8" /><Relationship Type="http://schemas.openxmlformats.org/officeDocument/2006/relationships/notesMaster" Target="/ppt/notesMasters/notesMaster1.xml" Id="R5ba331d6232d4b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0c63860ce34c98" /><Relationship Type="http://schemas.openxmlformats.org/officeDocument/2006/relationships/notesMaster" Target="/ppt/notesMasters/notesMaster1.xml" Id="R6b2ebee79a7147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30ed207b984c22" /><Relationship Type="http://schemas.openxmlformats.org/officeDocument/2006/relationships/notesMaster" Target="/ppt/notesMasters/notesMaster1.xml" Id="R381dd3375dee49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1b1b2d42ca4efd" /><Relationship Type="http://schemas.openxmlformats.org/officeDocument/2006/relationships/notesMaster" Target="/ppt/notesMasters/notesMaster1.xml" Id="Rcdf57194806a40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OpenAI Help Center: https://help.openai.com/en/articles/12677804-what-is-chatgpt-faq</a:t>
            </a:r>
          </a:p>
          <a:p xmlns:a="http://schemas.openxmlformats.org/drawingml/2006/main">
            <a:r>
              <a:t>Google Gemini Help: https://support.google.com/gemini/answer/13954172?hl=id</a:t>
            </a:r>
          </a:p>
          <a:p xmlns:a="http://schemas.openxmlformats.org/drawingml/2006/main">
            <a:r>
              <a:t>Microsoft AI: https://www.microsoft.com/id-id/ai/ai-101/what-is-generative-ai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ChatGPT product: https://chatgpt.com/</a:t>
            </a:r>
          </a:p>
          <a:p xmlns:a="http://schemas.openxmlformats.org/drawingml/2006/main">
            <a:r>
              <a:t>Gemini app: https://gemini.google.com/app?hl=id</a:t>
            </a:r>
          </a:p>
          <a:p xmlns:a="http://schemas.openxmlformats.org/drawingml/2006/main">
            <a:r>
              <a:t>Microsoft 365 Copilot overview: https://learn.microsoft.com/en-us/microsoft-365/copilot/microsoft-365-copilot-overview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Gemini app notice: https://gemini.google.com/app?hl=id</a:t>
            </a:r>
          </a:p>
          <a:p xmlns:a="http://schemas.openxmlformats.org/drawingml/2006/main">
            <a:r>
              <a:t>Google Gemini Help image generation policy: https://support.google.com/gemini/answer/14286560?p=b_gen_img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4031583b1b45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7c2cf50aa948a4" /><Relationship Type="http://schemas.openxmlformats.org/officeDocument/2006/relationships/slideLayout" Target="/ppt/slideLayouts/slideLayout1.xml" Id="Rb70ccf6b128548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0ccf6b128548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a33ad54ce4e4a" /><Relationship Type="http://schemas.openxmlformats.org/officeDocument/2006/relationships/image" Target="/ppt/media/image.png" Id="Refb2556ae73045a8" /><Relationship Type="http://schemas.openxmlformats.org/officeDocument/2006/relationships/notesSlide" Target="/ppt/notesSlides/notesSlide1.xml" Id="R539571abbb7f4d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fa133a2fd4141" /><Relationship Type="http://schemas.openxmlformats.org/officeDocument/2006/relationships/image" Target="/ppt/media/image2.png" Id="R316b0246d180466a" /><Relationship Type="http://schemas.openxmlformats.org/officeDocument/2006/relationships/notesSlide" Target="/ppt/notesSlides/notesSlide2.xml" Id="R136aca758d6e4e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037b70f0a414d" /><Relationship Type="http://schemas.openxmlformats.org/officeDocument/2006/relationships/image" Target="/ppt/media/image3.png" Id="R1f107f2c64084d91" /><Relationship Type="http://schemas.openxmlformats.org/officeDocument/2006/relationships/notesSlide" Target="/ppt/notesSlides/notesSlide3.xml" Id="R59d16ae27e104d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33568a2454365" /><Relationship Type="http://schemas.openxmlformats.org/officeDocument/2006/relationships/image" Target="/ppt/media/image4.png" Id="R063aa84923d94f04" /><Relationship Type="http://schemas.openxmlformats.org/officeDocument/2006/relationships/notesSlide" Target="/ppt/notesSlides/notesSlide4.xml" Id="Rfd8f912163e44f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ad82b88b34637" /><Relationship Type="http://schemas.openxmlformats.org/officeDocument/2006/relationships/image" Target="/ppt/media/image5.png" Id="R76acb4c24cc24397" /><Relationship Type="http://schemas.openxmlformats.org/officeDocument/2006/relationships/notesSlide" Target="/ppt/notesSlides/notesSlide5.xml" Id="R50b1a0e816e14a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90d75d88c48cc" /><Relationship Type="http://schemas.openxmlformats.org/officeDocument/2006/relationships/image" Target="/ppt/media/image6.png" Id="Rc6e64e7625514553" /><Relationship Type="http://schemas.openxmlformats.org/officeDocument/2006/relationships/notesSlide" Target="/ppt/notesSlides/notesSlide6.xml" Id="R1b7960e0448240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7f75765914a31" /><Relationship Type="http://schemas.openxmlformats.org/officeDocument/2006/relationships/image" Target="/ppt/media/image7.png" Id="Rb7cd4e54e1ec45b9" /><Relationship Type="http://schemas.openxmlformats.org/officeDocument/2006/relationships/notesSlide" Target="/ppt/notesSlides/notesSlide7.xml" Id="R7caafdcc6b1445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2556ae73045a8"/>
          <a:stretch xmlns:a="http://schemas.openxmlformats.org/drawingml/2006/main"/>
        </p:blipFill>
        <p:spPr>
          <a:xfrm xmlns:a="http://schemas.openxmlformats.org/drawingml/2006/main">
            <a:off x="10363200" y="274760"/>
            <a:ext cx="1028700" cy="593481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CD8B0-77C5-48F7-BE25-76247836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4762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DD3F4-E6E2-475D-BC87-8A433094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085850"/>
            <a:ext cx="5734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090AB7-50AB-4C8F-8EE8-284290B8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764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577A"/>
                </a:solidFill>
              </a:defRPr>
            </a:pPr>
            <a:r>
              <a:rPr sz="1800" b="1">
                <a:solidFill>
                  <a:srgbClr val="24577A"/>
                </a:solidFill>
              </a:rPr>
              <a:t>Materi Kelas 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ABAEE-58F5-4858-AB54-41896CF8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6324F"/>
                </a:solidFill>
              </a:defRPr>
            </a:pPr>
            <a:r>
              <a:rPr sz="3600" b="1">
                <a:solidFill>
                  <a:srgbClr val="16324F"/>
                </a:solidFill>
              </a:rPr>
              <a:t>Mengenal Gen-AI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AFEDF-5461-4AD5-ADF8-16E41973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62350"/>
            <a:ext cx="3905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Contoh tools, use case akademik yang baik, strategi prompting, contoh penggunaan buruk, dan etika pemakaiannya.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E7B91-8B12-4630-B589-CD6478E5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57350"/>
            <a:ext cx="4762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Di materi ini, AI tidak dibahas sebagai sulap atau pengganti belajar. Fokusnya adalah bagaimana siswa memakai Gen-AI dengan cerdas, jujur, dan bertanggung jawab.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7C683-F324-4962-8F29-45179505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81400"/>
            <a:ext cx="4000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Fokus deck: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Tool Gen-AI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Use case akademik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Prompting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Contoh buruk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Etika penggunaan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E037A-9160-4299-BFAD-33AABF31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6DB9F-4A9A-4921-91B4-E438A517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0AE966-AC1D-4713-81C0-BBBB23CE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608033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6b0246d180466a"/>
          <a:stretch xmlns:a="http://schemas.openxmlformats.org/drawingml/2006/main"/>
        </p:blipFill>
        <p:spPr>
          <a:xfrm xmlns:a="http://schemas.openxmlformats.org/drawingml/2006/main">
            <a:off x="10363200" y="274760"/>
            <a:ext cx="1028700" cy="593481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2A701-8B42-49AB-9654-F30F1358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673BD-C8CA-4390-811F-3F1F562E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6200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Apa Itu Gen-AI?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796D9-1EBC-4A27-8C37-7191755A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43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24F"/>
                </a:solidFill>
              </a:defRPr>
            </a:pPr>
            <a:r>
              <a:rPr sz="2100" b="1">
                <a:solidFill>
                  <a:srgbClr val="16324F"/>
                </a:solidFill>
              </a:rPr>
              <a:t>Gen-AI adalah AI yang dapat menghasilkan konten baru seperti teks, gambar, suara, video, atau kode.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CB659-93CB-41C0-9FB5-E561467E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9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7800C-8A3B-40E1-9A90-3224671B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33650"/>
            <a:ext cx="950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Ia bekerja dengan pola dan prediksi dari data yang pernah dipelajarinya.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D63E8-3960-4A89-A295-426913BF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F0448-3DE9-48C3-80EA-366EBEF4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950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Karena itu, hasilnya bisa sangat membantu, tetapi tetap bisa salah atau bias.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7311F-69D0-47B1-8E17-212FF2E1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B18E3-E433-4C70-9263-B8D1A69A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62350"/>
            <a:ext cx="950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Gen-AI paling tepat dipakai sebagai alat bantu berpikir dan belajar.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A6CC2-0379-4F4E-93AD-51885068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5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CF656A-F765-4D16-91EC-CDA78716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76700"/>
            <a:ext cx="950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Gen-AI bukan pengganti guru, buku, atau usaha belajar siswa.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5D29D-480C-48B1-A5E0-72E203AA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10363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8C94AC-393E-4FF6-847F-A6F1B7C4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67350"/>
            <a:ext cx="992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Kalimat kunci: AI bisa cepat, tetapi manusia tetap harus berpikir, memilih, dan memeriksa hasilnya.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22D88E-81E3-4FC0-B25A-5226C762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ADA53D-E551-4911-9019-9535D858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5F2BE3-8795-4ABE-BE26-E1CD835D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540536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107f2c64084d91"/>
          <a:stretch xmlns:a="http://schemas.openxmlformats.org/drawingml/2006/main"/>
        </p:blipFill>
        <p:spPr>
          <a:xfrm xmlns:a="http://schemas.openxmlformats.org/drawingml/2006/main">
            <a:off x="10363200" y="274760"/>
            <a:ext cx="1028700" cy="593481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8B44F-9D2E-44E3-9CA6-0F7AAE23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6C1805-6427-4689-A990-5B10ED63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6200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Contoh Tools Gen-AI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1F05F-385D-4575-851C-E8A391D9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10287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9A8C3-46F6-4BBA-B04B-D87F625C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09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324F"/>
                </a:solidFill>
              </a:defRPr>
            </a:pPr>
            <a:r>
              <a:rPr sz="1950" b="1">
                <a:solidFill>
                  <a:srgbClr val="16324F"/>
                </a:solidFill>
              </a:rPr>
              <a:t>ChatGPT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52D49B-DE41-4DF7-A134-DEE1C587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9070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Cocok untuk brainstorming, menjelaskan konsep, merangkum, dan menyusun draft awal.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D1734-9077-4DC3-AD48-C8644B4B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10287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67432C-91E9-4DEA-B286-F614D1DF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09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324F"/>
                </a:solidFill>
              </a:defRPr>
            </a:pPr>
            <a:r>
              <a:rPr sz="1950" b="1">
                <a:solidFill>
                  <a:srgbClr val="16324F"/>
                </a:solidFill>
              </a:rPr>
              <a:t>Gemini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DDB56-0054-46F9-99EC-6403F565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908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Cocok untuk ide, tanya jawab, ringkasan, dan beberapa alur yang dekat dengan ekosistem Google.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5E7F7-8478-4E9C-BF2F-59D09328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10287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2071D-17B5-44EC-B647-3CC02803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0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324F"/>
                </a:solidFill>
              </a:defRPr>
            </a:pPr>
            <a:r>
              <a:rPr sz="1950" b="1">
                <a:solidFill>
                  <a:srgbClr val="16324F"/>
                </a:solidFill>
              </a:rPr>
              <a:t>Microsoft Copilot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8C76D4-E413-4285-9F22-1C748206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9100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Cocok untuk membantu kerja berbasis dokumen, ringkasan, dan tugas yang dekat dengan layanan Microsoft.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C749D6-E4C3-4B63-8B22-70B3AFC4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62600"/>
            <a:ext cx="998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577A"/>
                </a:solidFill>
              </a:defRPr>
            </a:pPr>
            <a:r>
              <a:rPr sz="1650" b="1">
                <a:solidFill>
                  <a:srgbClr val="24577A"/>
                </a:solidFill>
              </a:rPr>
              <a:t>Prinsip penting: pilih tool berdasarkan kebutuhan tugas, bukan hanya karena sedang populer.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80FBE1-1B6B-4039-9FC4-3169FDFF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F16490-5C48-4DB0-8B97-86A8E89B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20E1A0-53BC-4868-9F69-259B86BD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59180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3aa84923d94f04"/>
          <a:stretch xmlns:a="http://schemas.openxmlformats.org/drawingml/2006/main"/>
        </p:blipFill>
        <p:spPr>
          <a:xfrm xmlns:a="http://schemas.openxmlformats.org/drawingml/2006/main">
            <a:off x="10363200" y="274760"/>
            <a:ext cx="1028700" cy="593481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3D628-27C8-4036-9329-6F2539F6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F57AB-A912-4CC4-BE83-39B0215E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6200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Use Case Akademik yang Baik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5A51E-74D1-40C8-91C5-25002B39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495300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3E64D3-F6A8-4965-9CDB-78E293E7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62100"/>
            <a:ext cx="506730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6BB923-2033-4A59-9A46-01BC1914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09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24F"/>
                </a:solidFill>
              </a:defRPr>
            </a:pPr>
            <a:r>
              <a:rPr sz="2100" b="1">
                <a:solidFill>
                  <a:srgbClr val="16324F"/>
                </a:solidFill>
              </a:rPr>
              <a:t>Bantuan yang sehat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1F79A-05D5-493B-B68B-EBD191F8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62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35084-CA6C-4F07-9410-224E4C0E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86000"/>
            <a:ext cx="398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Menjelaskan konsep dengan bahasa lebih sederhana.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52030-F0A6-4A96-B942-5941FDC6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19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7ECA1D-88E4-43AB-A872-DA1CE5E3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43200"/>
            <a:ext cx="398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Merangkum catatan yang sudah dibuat siswa.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72D462-F44E-49DD-987E-A0C000E8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93A97B-7C99-4DF0-85E2-206CBAF8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00400"/>
            <a:ext cx="398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Membuat soal latihan dan kunci jawaban.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87D37-1D4B-4005-B44E-C0DAA5D4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664D38-C7DC-4901-80B9-D05DC6B8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57600"/>
            <a:ext cx="3981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Membantu membuat kerangka presentasi.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7E1EB2-A2BF-4295-B123-DD5D0F4B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24F"/>
                </a:solidFill>
              </a:defRPr>
            </a:pPr>
            <a:r>
              <a:rPr sz="2100" b="1">
                <a:solidFill>
                  <a:srgbClr val="16324F"/>
                </a:solidFill>
              </a:rPr>
              <a:t>Contoh konkret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A0675B-6D2D-4077-97D9-30C75584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B5695B-272E-4FD5-A38D-C688D99A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86000"/>
            <a:ext cx="405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“Jelaskan fotosintesis untuk siswa kelas X dalam 5 poin.”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616D86-55AC-4116-B04B-7FE1570A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19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927F40-D616-4C15-ADF8-59A3C6F9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43200"/>
            <a:ext cx="405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“Buat 5 soal latihan dari materi Revolusi Industri 4.0.”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7489CE-A1CA-45BC-B7B6-3F636D61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76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8F958D-62C8-47B6-A815-F23BCEEB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00400"/>
            <a:ext cx="405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“Rapikan outline presentasi saya jadi 3 slide utama.”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727DCC-D0E0-4840-85D8-9EDF8DDC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5EA05B-777F-49AF-8467-6081535C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57600"/>
            <a:ext cx="405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“Tolong cek apakah paragraf saya sudah jelas dan runtut.”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36E7BF-E276-4871-9435-57C91767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57850"/>
            <a:ext cx="998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Ukuran sederhananya: AI membantu proses belajar, bukan menggantikan proses berpikir.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D680DE-CE44-4920-BBEF-90634C04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23227A-E1AC-4E1A-B41A-339BC1B2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5DD74B-3244-4C54-B862-09219989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513189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cb4c24cc24397"/>
          <a:stretch xmlns:a="http://schemas.openxmlformats.org/drawingml/2006/main"/>
        </p:blipFill>
        <p:spPr>
          <a:xfrm xmlns:a="http://schemas.openxmlformats.org/drawingml/2006/main">
            <a:off x="10363200" y="274760"/>
            <a:ext cx="1028700" cy="593481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89B3B-E515-4CF4-BFF3-D2E8BFC0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E4CC8-ECD6-4809-9B94-8D18D4CC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6200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Strategi Prompting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1AB3D-7AA8-4689-B7AA-F9A353DF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24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24F"/>
                </a:solidFill>
              </a:defRPr>
            </a:pPr>
            <a:r>
              <a:rPr sz="2100" b="1">
                <a:solidFill>
                  <a:srgbClr val="16324F"/>
                </a:solidFill>
              </a:rPr>
              <a:t>Prompt yang baik biasanya punya 4 unsur: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331C4-F754-4DD3-B56D-8F32371F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102376-4975-49D3-94BB-F1242F22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28850"/>
            <a:ext cx="436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Tujuan: saya ingin AI membantu untuk apa?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41EC3-7D4C-455A-8386-95836D8B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1BD24-8314-43FD-8540-EB70CC6E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0"/>
            <a:ext cx="436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Konteks: topiknya apa, level siswa berapa?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3A304-F8AC-429A-B7A6-9EE6C923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7A60A-538B-443F-B537-2A8A6BE4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05150"/>
            <a:ext cx="436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Format: saya ingin poin, tabel, atau contoh soal?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0805B-F9CA-460F-AE72-32088E23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8CA3B6-E9FD-4962-B5D9-5FA9D1DE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436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Revisi: kalau hasil belum pas, minta diperbaiki lagi.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756389-EB1C-4C3D-A1EC-16840DEB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62100"/>
            <a:ext cx="50673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44CF9C-3B87-43F4-98F9-C0870703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90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Prompt lebih baik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C5CF82-F653-4183-AE51-275BE9AC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47900"/>
            <a:ext cx="4381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“Jelaskan fotosintesis untuk siswa kelas X dalam 5 poin singkat, lalu buat 3 pertanyaan latihan beserta jawabannya.”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331E45-3896-4BA4-8C78-6D564FAC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67150"/>
            <a:ext cx="5067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43CE8A-3D48-4E80-B9D1-EBE93937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Prompt kurang efektif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586E5C-F8D2-4315-AF9F-838A5237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52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“Jelaskan fotosintesis.”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03070D-73AB-4A7C-AA7A-75085056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43BBA9-EF1D-4D93-BCA9-B05DFF24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138BEB-F220-4286-8D63-1E49D578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860113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64e7625514553"/>
          <a:stretch xmlns:a="http://schemas.openxmlformats.org/drawingml/2006/main"/>
        </p:blipFill>
        <p:spPr>
          <a:xfrm xmlns:a="http://schemas.openxmlformats.org/drawingml/2006/main">
            <a:off x="10363200" y="274760"/>
            <a:ext cx="1028700" cy="593481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8620C-6E43-4868-A80D-A2EE3F9A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013FAC-B27E-4D14-A069-07C2492E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6200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Contoh Buruk dan Etika Penggunaan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F9DFD-5F72-41A5-8023-114A854A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62100"/>
            <a:ext cx="47625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E0359-F9DC-4E73-8EDA-36FFC667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62100"/>
            <a:ext cx="52387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92AAC-F089-4F8F-87E5-2D937260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Penggunaan yang buruk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8A4D9-A73F-4C6D-9CD7-66B2A9D5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19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568382-FB5E-4B78-9815-6E83824F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43150"/>
            <a:ext cx="3790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Menyalin jawaban AI mentah-mentah.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90B4BB-77C2-4958-80B8-EAC382B7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EB930-A20A-4B36-B169-465D8B2F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62250"/>
            <a:ext cx="3790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Memakai AI untuk mencontek ujian.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036ED9-8290-444D-8C2F-A8283FE4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9F8531-A35B-4F31-BA40-655EA668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81350"/>
            <a:ext cx="3790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Tidak memeriksa ulang fakta penting.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C862F8-5591-4C49-A22B-8C344F10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9F1E83-4893-49AD-8DAF-29013CF0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00450"/>
            <a:ext cx="3790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Memasukkan data pribadi atau dokumen sensitif.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15497C-3F88-4582-B5D2-63115FF5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90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Etika yang harus dijaga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8BE72D-7428-4B75-BBC3-49C7E363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19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045A09-45AE-4C36-9DC3-8F28D655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413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Jujur tentang bantuan AI yang dipakai.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3E5142-50D6-4C9A-8B94-187FC8F6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38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A6F39B-18EB-421E-99ED-C3953808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62250"/>
            <a:ext cx="413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Verifikasi informasi dengan sumber tepercaya.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A0C9D1-D872-4975-9332-DE28B85C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57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A4B551-184B-485F-AEF3-2A4AE0E1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81350"/>
            <a:ext cx="413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Gunakan AI untuk belajar, bukan menggantikan usaha.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E33099-E75C-4F31-A985-4234C8DF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76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3DA1B2-FB80-4E3D-BF9B-62B976CB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00450"/>
            <a:ext cx="413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Hormati privasi dan karya orang lain.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0A8295-D365-4EE1-9192-2BB53A92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86350"/>
            <a:ext cx="10306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056A36-F03E-4B6D-9745-CD040E39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Gen-AI boleh membantu pekerjaan, tetapi karakter tetap dibentuk oleh kejujuran dan tanggung jawab manusia.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9E487A-A93A-42B5-B36D-ED342843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BE9552-EA01-4867-9AFA-8B18FEBD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675231-EE8A-49E7-9879-87A39990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486394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cd4e54e1ec45b9"/>
          <a:stretch xmlns:a="http://schemas.openxmlformats.org/drawingml/2006/main"/>
        </p:blipFill>
        <p:spPr>
          <a:xfrm xmlns:a="http://schemas.openxmlformats.org/drawingml/2006/main">
            <a:off x="10363200" y="274760"/>
            <a:ext cx="1028700" cy="593481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F296D-C2A0-4334-A936-A85DABF3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63C10-25D4-49BD-88D0-62A523EF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6200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Tugas Kelompok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6B273-31C4-4641-B026-1ACFF7C0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430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24F"/>
                </a:solidFill>
              </a:defRPr>
            </a:pPr>
            <a:r>
              <a:rPr sz="2250" b="1">
                <a:solidFill>
                  <a:srgbClr val="16324F"/>
                </a:solidFill>
              </a:rPr>
              <a:t>Menilai Penggunaan Gen-AI yang Cerdas dan Etis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BA3B2-57E3-4C7A-8D4B-27E692FC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8E1DE-B64C-4ADE-BC09-708DFDFD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0750"/>
            <a:ext cx="960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Pilih satu tool Gen-AI: ChatGPT, Gemini, atau Copilot.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0B349-1BB6-4E5D-A05A-1626E432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26D33A-6B8E-4C2C-B4DE-8B2B72FF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67000"/>
            <a:ext cx="960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Jelaskan fungsi sederhananya.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1373F-942A-49FB-B1F3-D92577FF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532500-68DB-4C15-9413-54D5E12B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960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Berikan 2 contoh penggunaan yang baik untuk pelajar.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958D59-74E0-4947-9DEA-2B65A212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76C086-4336-449B-9AB0-46608175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0"/>
            <a:ext cx="960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Berikan 2 contoh penggunaan yang buruk atau tidak etis.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CB9EA8-4993-4CEC-921A-5D25223A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B66869-0317-423D-961A-2B38333D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960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Tulis 1 prompt yang baik dan 1 prompt yang terlalu umum atau buruk.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65CFBB-DC47-40A1-AADE-D43B59BF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2A252A-B868-47B5-B14A-24AFE1DD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72000"/>
            <a:ext cx="960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Rumuskan 3 aturan etika penggunaan Gen-AI di sekolah.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3B3E0F-CAC4-4E19-BC8C-572748C7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1028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CA8399-D7BF-4096-9EAD-0A5D22A8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67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77A"/>
                </a:solidFill>
              </a:defRPr>
            </a:pPr>
            <a:r>
              <a:rPr sz="1500" b="1">
                <a:solidFill>
                  <a:srgbClr val="24577A"/>
                </a:solidFill>
              </a:rPr>
              <a:t>Pengumpulan tugas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5B8CAC-D469-4651-A973-C978AA64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340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Kirim ke: ataka.ahmad@gmail.com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05BC82-CECC-4FFD-8009-C4EC9C4E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81650"/>
            <a:ext cx="752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</a:defRPr>
            </a:pPr>
            <a:r>
              <a:rPr sz="1275" b="1">
                <a:solidFill>
                  <a:srgbClr val="1F2933"/>
                </a:solidFill>
              </a:rPr>
              <a:t>Subject: SMA Teladan X - Tugas Gen-AI - [Nama Kelompok]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BB811D-4AA3-46E8-B698-E4EFC7F2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916EC0-02DB-468D-80F1-2B020BF4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1EEBF3-CDB4-4B55-B6DF-2E5E820F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255631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2026-07-31T15:54:31.8910000Z</dcterms:created>
  <dcterms:modified xsi:type="dcterms:W3CDTF">2026-07-31T15:54:31.8910000Z</dcterms:modified>
</coreProperties>
</file>