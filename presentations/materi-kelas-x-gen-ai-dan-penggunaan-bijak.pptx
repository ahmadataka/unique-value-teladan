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089c8f901d4b7e" /><Relationship Type="http://schemas.openxmlformats.org/officeDocument/2006/relationships/extended-properties" Target="/docProps/app.xml" Id="R1d5ef42c9f074b7a" /><Relationship Type="http://schemas.openxmlformats.org/officeDocument/2006/relationships/officeDocument" Target="/ppt/presentation.xml" Id="R5efff81bfb1545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77f4102b064cf7"/>
  </p:sldMasterIdLst>
  <p:notesMasterIdLst>
    <p:notesMasterId xmlns:r="http://schemas.openxmlformats.org/officeDocument/2006/relationships" r:id="R3228ac6305234d44"/>
  </p:notesMasterIdLst>
  <p:sldIdLst>
    <p:sldId xmlns:r="http://schemas.openxmlformats.org/officeDocument/2006/relationships" id="256" r:id="R46f539013abd4309"/>
    <p:sldId xmlns:r="http://schemas.openxmlformats.org/officeDocument/2006/relationships" id="257" r:id="R8c0c3a1f04c0437f"/>
    <p:sldId xmlns:r="http://schemas.openxmlformats.org/officeDocument/2006/relationships" id="258" r:id="R23aad10344f342c4"/>
    <p:sldId xmlns:r="http://schemas.openxmlformats.org/officeDocument/2006/relationships" id="259" r:id="R1a879acbfd5c4c20"/>
    <p:sldId xmlns:r="http://schemas.openxmlformats.org/officeDocument/2006/relationships" id="260" r:id="R4f6ddcb5911f47d9"/>
    <p:sldId xmlns:r="http://schemas.openxmlformats.org/officeDocument/2006/relationships" id="261" r:id="Rfb9a9b993c8741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f6d5978a9f4f2c" /><Relationship Type="http://schemas.openxmlformats.org/officeDocument/2006/relationships/slideMaster" Target="/ppt/slideMasters/slideMaster1.xml" Id="R0c77f4102b064cf7" /><Relationship Type="http://schemas.openxmlformats.org/officeDocument/2006/relationships/notesMaster" Target="/ppt/notesMasters/notesMaster1.xml" Id="R3228ac6305234d44" /><Relationship Type="http://schemas.openxmlformats.org/officeDocument/2006/relationships/presProps" Target="/ppt/presProps.xml" Id="Rb8651154de9447c1" /><Relationship Type="http://schemas.openxmlformats.org/officeDocument/2006/relationships/tableStyles" Target="/ppt/tableStyles.xml" Id="R31603a5c65ea42de" /><Relationship Type="http://schemas.openxmlformats.org/officeDocument/2006/relationships/slide" Target="/ppt/slides/slide1.xml" Id="R46f539013abd4309" /><Relationship Type="http://schemas.openxmlformats.org/officeDocument/2006/relationships/slide" Target="/ppt/slides/slide2.xml" Id="R8c0c3a1f04c0437f" /><Relationship Type="http://schemas.openxmlformats.org/officeDocument/2006/relationships/slide" Target="/ppt/slides/slide3.xml" Id="R23aad10344f342c4" /><Relationship Type="http://schemas.openxmlformats.org/officeDocument/2006/relationships/slide" Target="/ppt/slides/slide4.xml" Id="R1a879acbfd5c4c20" /><Relationship Type="http://schemas.openxmlformats.org/officeDocument/2006/relationships/slide" Target="/ppt/slides/slide5.xml" Id="R4f6ddcb5911f47d9" /><Relationship Type="http://schemas.openxmlformats.org/officeDocument/2006/relationships/slide" Target="/ppt/slides/slide6.xml" Id="Rfb9a9b993c8741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e093d5f1a74b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eladan Gen AI">
      <a:dk1>
        <a:srgbClr val="000000"/>
      </a:dk1>
      <a:lt1>
        <a:srgbClr val="FFFFFF"/>
      </a:lt1>
      <a:dk2>
        <a:srgbClr val="16324F"/>
      </a:dk2>
      <a:lt2>
        <a:srgbClr val="E5EEF5"/>
      </a:lt2>
      <a:accent1>
        <a:srgbClr val="24577A"/>
      </a:accent1>
      <a:accent2>
        <a:srgbClr val="D8A93A"/>
      </a:accent2>
      <a:accent3>
        <a:srgbClr val="5F87A2"/>
      </a:accent3>
      <a:accent4>
        <a:srgbClr val="A6C4D8"/>
      </a:accent4>
      <a:accent5>
        <a:srgbClr val="345D7A"/>
      </a:accent5>
      <a:accent6>
        <a:srgbClr val="6F8CA0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ladan Gen A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73e30f0fae4c35" /><Relationship Type="http://schemas.openxmlformats.org/officeDocument/2006/relationships/notesMaster" Target="/ppt/notesMasters/notesMaster1.xml" Id="R81291db0704049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a2ba39c8b54a4e" /><Relationship Type="http://schemas.openxmlformats.org/officeDocument/2006/relationships/notesMaster" Target="/ppt/notesMasters/notesMaster1.xml" Id="R96fd9245335040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650becb6c6443a" /><Relationship Type="http://schemas.openxmlformats.org/officeDocument/2006/relationships/notesMaster" Target="/ppt/notesMasters/notesMaster1.xml" Id="Ra26affce408048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a29c9f855e4f18" /><Relationship Type="http://schemas.openxmlformats.org/officeDocument/2006/relationships/notesMaster" Target="/ppt/notesMasters/notesMaster1.xml" Id="Rdbba9289a76140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da6380e0cf4d48" /><Relationship Type="http://schemas.openxmlformats.org/officeDocument/2006/relationships/notesMaster" Target="/ppt/notesMasters/notesMaster1.xml" Id="Rf4f69c94d76445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c5c5a5562a48f5" /><Relationship Type="http://schemas.openxmlformats.org/officeDocument/2006/relationships/notesMaster" Target="/ppt/notesMasters/notesMaster1.xml" Id="R443b0aab5fd24e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Gemini Help Center (id): https://support.google.com/gemini/answer/13954172?hl=id</a:t>
            </a:r>
          </a:p>
          <a:p xmlns:a="http://schemas.openxmlformats.org/drawingml/2006/main">
            <a:r>
              <a:t>Microsoft AI: https://www.microsoft.com/id-id/ai/ai-101/what-is-generative-ai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Gemini Help Center (id): https://support.google.com/gemini/answer/13954172?hl=id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Microsoft AI: https://www.microsoft.com/id-id/ai/ai-101/what-is-generative-ai</a:t>
            </a:r>
          </a:p>
          <a:p xmlns:a="http://schemas.openxmlformats.org/drawingml/2006/main">
            <a:r>
              <a:t>Google Gemini Help Center (id): https://support.google.com/gemini/answer/13954172?hl=id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Gemini Help Center (id): https://support.google.com/gemini/answer/13954172?hl=id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0acb37a2943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5966f88f98427e" /><Relationship Type="http://schemas.openxmlformats.org/officeDocument/2006/relationships/slideLayout" Target="/ppt/slideLayouts/slideLayout1.xml" Id="Racea5552b80744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ea5552b80744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eladan Gen AI">
      <a:dk1>
        <a:srgbClr val="000000"/>
      </a:dk1>
      <a:lt1>
        <a:srgbClr val="FFFFFF"/>
      </a:lt1>
      <a:dk2>
        <a:srgbClr val="16324F"/>
      </a:dk2>
      <a:lt2>
        <a:srgbClr val="E5EEF5"/>
      </a:lt2>
      <a:accent1>
        <a:srgbClr val="24577A"/>
      </a:accent1>
      <a:accent2>
        <a:srgbClr val="D8A93A"/>
      </a:accent2>
      <a:accent3>
        <a:srgbClr val="5F87A2"/>
      </a:accent3>
      <a:accent4>
        <a:srgbClr val="A6C4D8"/>
      </a:accent4>
      <a:accent5>
        <a:srgbClr val="345D7A"/>
      </a:accent5>
      <a:accent6>
        <a:srgbClr val="6F8CA0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ladan Gen A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4ebb2098747b2" /><Relationship Type="http://schemas.openxmlformats.org/officeDocument/2006/relationships/image" Target="/ppt/media/image.png" Id="Rc5e4b68dfe9b4bfb" /><Relationship Type="http://schemas.openxmlformats.org/officeDocument/2006/relationships/notesSlide" Target="/ppt/notesSlides/notesSlide1.xml" Id="R20207a2be33d49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08c000c914b39" /><Relationship Type="http://schemas.openxmlformats.org/officeDocument/2006/relationships/image" Target="/ppt/media/image2.png" Id="R05b21b6848824926" /><Relationship Type="http://schemas.openxmlformats.org/officeDocument/2006/relationships/notesSlide" Target="/ppt/notesSlides/notesSlide2.xml" Id="Rc43e96690d484b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b2b4d26f34420" /><Relationship Type="http://schemas.openxmlformats.org/officeDocument/2006/relationships/image" Target="/ppt/media/image3.png" Id="R3f7693060e16498e" /><Relationship Type="http://schemas.openxmlformats.org/officeDocument/2006/relationships/notesSlide" Target="/ppt/notesSlides/notesSlide3.xml" Id="Reeb3087116c144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96264f8db4bec" /><Relationship Type="http://schemas.openxmlformats.org/officeDocument/2006/relationships/image" Target="/ppt/media/image4.png" Id="R07a9f28804314650" /><Relationship Type="http://schemas.openxmlformats.org/officeDocument/2006/relationships/notesSlide" Target="/ppt/notesSlides/notesSlide4.xml" Id="R33a0a486c10d46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31f1e0b41433d" /><Relationship Type="http://schemas.openxmlformats.org/officeDocument/2006/relationships/image" Target="/ppt/media/image5.png" Id="R9b9bc73e3578437d" /><Relationship Type="http://schemas.openxmlformats.org/officeDocument/2006/relationships/notesSlide" Target="/ppt/notesSlides/notesSlide5.xml" Id="Rf06ae2c7b8864c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c6806e1284a59" /><Relationship Type="http://schemas.openxmlformats.org/officeDocument/2006/relationships/image" Target="/ppt/media/image6.png" Id="R80c5a70c4ed048fb" /><Relationship Type="http://schemas.openxmlformats.org/officeDocument/2006/relationships/notesSlide" Target="/ppt/notesSlides/notesSlide6.xml" Id="R48105c722d604b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4b68dfe9b4bfb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38BB2F-055A-4DD0-9137-1EDB73F9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85850"/>
            <a:ext cx="46672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C7A23-32C7-4431-A50C-5CC74D15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085850"/>
            <a:ext cx="579120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00FEC-8FCE-41CF-B346-CD592348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57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577A"/>
                </a:solidFill>
              </a:defRPr>
            </a:pPr>
            <a:r>
              <a:rPr sz="1800" b="1">
                <a:solidFill>
                  <a:srgbClr val="24577A"/>
                </a:solidFill>
              </a:rPr>
              <a:t>Materi Kelas 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91473-88DD-4E26-BCD7-56137F39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6324F"/>
                </a:solidFill>
              </a:defRPr>
            </a:pPr>
            <a:r>
              <a:rPr sz="3750" b="1">
                <a:solidFill>
                  <a:srgbClr val="16324F"/>
                </a:solidFill>
              </a:rPr>
              <a:t>Mengenal Gen-AI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E419F-D1ED-47AF-AC2B-9E3368D9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4330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Pengantar tentang AI generatif, contoh dekat dengan siswa, dan cara menggunakannya dengan bijak.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3ABF1-7423-4D7F-9CE6-B2468B6A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28800"/>
            <a:ext cx="4953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Setelah Revolusi Industri 4.0, kita masuk ke teknologi yang sedang sangat dekat dengan kehidupan belajar siswa: AI yang bisa membantu membuat teks, gambar, ide, dan penjelasan.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F4869-4446-4F22-A6A5-C689C866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4762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Fokus deck ini: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• Apa itu Gen-AI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• Contoh dekat dengan siswa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• Manfaat dan risiko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• Penggunaan yang jujur dan bertanggung jawab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9FBACE-855E-4B86-93E7-A016FC43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4BCEA-D804-4035-8528-4064A1E4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0FFDD-7E49-4BA5-A65B-FC3E9E90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21182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21b6848824926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80A15-0452-4F50-AA21-77069650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744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065A2-97F8-42CF-B885-7A56D4C0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Apa Itu Gen-AI?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4F998-4B53-4478-BB30-6A447726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</a:defRPr>
            </a:pPr>
            <a:r>
              <a:rPr sz="2100" b="1">
                <a:solidFill>
                  <a:srgbClr val="16324F"/>
                </a:solidFill>
              </a:rPr>
              <a:t>Gen-AI adalah jenis AI yang dapat menghasilkan konten baru berdasarkan pola dari data yang pernah dipelajarinya.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77FD7-9E65-4DE2-BD00-C0BEA6E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57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0CB26-79FB-40D8-99E2-B523AE43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71750"/>
            <a:ext cx="950595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Konten itu bisa berupa teks, gambar, suara, video, atau kode.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33A16-ABCA-43B1-9610-90B465CE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5087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C2E67-43D7-46CE-8D20-7BEDCD95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65145"/>
            <a:ext cx="950595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Kalau AI biasa sering dipakai untuk mengenali atau mengelompokkan, Gen-AI dipakai untuk membuat sesuatu yang baru.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8DB8C-AB22-418E-B990-0F957276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4426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17C05-9827-4F27-9D51-70663FA6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8540"/>
            <a:ext cx="950595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Gen-AI membantu manusia, tetapi tidak benar-benar berpikir seperti manusia.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FED38-9C90-4EB3-AD51-A2645064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376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1FDDA-D835-44EA-AC8B-B979880B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1935"/>
            <a:ext cx="950595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Karena bekerja dengan pola dan prediksi, hasilnya bisa berguna tetapi tidak selalu benar.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277CE-9582-4872-9B43-1796F313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363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BE0D61-6855-4C14-9ACA-5EA13F93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324F"/>
                </a:solidFill>
              </a:defRPr>
            </a:pPr>
            <a:r>
              <a:rPr sz="1650" b="1">
                <a:solidFill>
                  <a:srgbClr val="16324F"/>
                </a:solidFill>
              </a:rPr>
              <a:t>Gagasan penting: Gen-AI paling tepat dilihat sebagai alat bantu berpikir dan berkarya, bukan sumber kebenaran terakhir.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AB7BA3-46C2-4F13-ADDF-DA5C8DD6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BEF897-0EF2-4394-AB5F-4ECD8304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F9628-EE88-4251-9611-7A8B92A2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24346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693060e16498e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BE60C-7505-477F-B2D6-72386F3A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744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19C95-7783-4E6F-AAD2-0CD7BB4E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Contoh Gen-AI yang Dekat dengan Siswa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C4CB9-F221-4AFD-8C37-9719DD8F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953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AFD"/>
          </a:solidFill>
          <a:ln xmlns:a="http://schemas.openxmlformats.org/drawingml/2006/main" w="9525">
            <a:solidFill>
              <a:srgbClr val="C8D6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EB994-B87F-47FE-AB4A-41D7DDC3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8590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6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8A4BC-A84A-4320-B5F3-C5260A52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</a:defRPr>
            </a:pPr>
            <a:r>
              <a:rPr sz="2100" b="1">
                <a:solidFill>
                  <a:srgbClr val="16324F"/>
                </a:solidFill>
              </a:rPr>
              <a:t>Untuk belajar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6538B-3631-479C-AE3B-B1EF903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5508-54A1-4B6A-8796-9893972C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0505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Menjelaskan materi dengan bahasa yang lebih sederhana.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4EFE58-595B-48A8-8A3A-ACFE522B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28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52D469-27B4-4D26-9E90-6E89026D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4320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Merangkum artikel atau catatan menjadi poin-poin penting.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5C783-BB75-425E-A990-1A8058B6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F12D1B-C8CF-4C80-8620-D84E62CF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mencari ide presentasi atau poster.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97CDE-6A41-4833-A535-EF3D8062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05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5D7A4-CA1C-496D-8B10-5A5B4424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1950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memahami contoh kode atau langkah pemecahan masalah.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CDB95-ED60-49D3-AC99-BCBAB6DC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71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</a:defRPr>
            </a:pPr>
            <a:r>
              <a:rPr sz="2100" b="1">
                <a:solidFill>
                  <a:srgbClr val="16324F"/>
                </a:solidFill>
              </a:rPr>
              <a:t>Untuk kreativitas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C79B6-9D96-4F79-9637-9A72E1A6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C5FC5-7930-4AA3-8C70-685ED563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0505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Membuat gambar dari deskripsi teks.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F9064-DBD4-4576-9D32-3E2D8759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28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B6CEFF-4944-43FA-8B7B-090B2CAE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4320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Menyusun draft awal tulisan atau caption.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FD3AE-96A2-4380-9650-1884D37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D683B-814C-45EC-A9C0-7E35DD22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membuat variasi ide konten.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143B89-B88B-4C6A-BC0B-0D4E60AE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5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666E6B-A999-456D-87F7-31F8C006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19500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Memberi contoh struktur narasi atau alur presentasi.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A2DD4-A7A8-4901-A082-7EA9DAC7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84835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577A"/>
                </a:solidFill>
              </a:defRPr>
            </a:pPr>
            <a:r>
              <a:rPr sz="1650" b="1">
                <a:solidFill>
                  <a:srgbClr val="24577A"/>
                </a:solidFill>
              </a:rPr>
              <a:t>Yang harus dijaga: hasil AI tetap perlu dicek, dipahami, dan diolah ulang dengan bahasa serta pemikiran kalian sendiri.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C1FA25-272A-47E1-A625-E63B6848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015E12-3305-4705-ABED-90DD631C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30536-137E-4013-8ADF-B7F2F923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175250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9f28804314650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DB02F-364D-4353-8BAB-CEF38639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744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5261A-9463-445A-B65D-4D218A8D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Manfaat dan Risiko Gen-AI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A39AD-EA24-4CF5-9EAD-93E96DF2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210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90E3C-1E97-440C-B14A-086C99C2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62100"/>
            <a:ext cx="5295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4D310-870E-4A4C-996E-EA3BF9E6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764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Manfaat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7FCAA-4CF6-4804-9616-D69F52FB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Risiko yang Perlu Diwaspadai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D275C-2F94-4E92-A872-B58E0750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47625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AFD"/>
          </a:solidFill>
          <a:ln xmlns:a="http://schemas.openxmlformats.org/drawingml/2006/main" w="9525">
            <a:solidFill>
              <a:srgbClr val="C8D6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93402F-A00B-4790-AFC5-8521D55B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52959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6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BF1AF-8175-4188-8002-3863E991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93EA4-A823-4A22-8CA2-74268ECE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2410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mencari ide awal.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1D9BE-DBB0-49C5-908E-C3448BD4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57AE5-2A02-4CA7-A223-3920F5BA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622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merangkum dan menjelaskan materi.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A13FF-0970-4F8D-921B-124696A4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86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E42E6-9097-4AA1-9BFA-DF9FAABD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0040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Membantu membuat draft awal.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8C78A-61C5-489D-B2D6-03041F06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18A99-93B5-484B-861A-26656D14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385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Mempercepat pekerjaan tertentu.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BCEE9-1EE4-4162-B4B4-4C043EF5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800241-2FC6-4017-A9A4-D3E68B01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24100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Jawaban bisa salah tetapi terdengar meyakinkan.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9A80-CE36-47FE-88FF-5D854D5C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105E2-3FCC-42F4-A576-564F01E7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62250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Siswa bisa terlalu bergantung dan malas berpikir.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548373-89F5-43C0-B819-F558E47F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86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1ADFD-1FF5-4B2A-AB6D-0B7A492D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Ada risiko plagiarisme jika menyalin mentah-mentah.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7C19B0-92D1-4A1F-B566-3A786F4B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24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47E08-B1AA-4F67-9BCC-C0AE1909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38550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Data pribadi bisa tidak aman jika dibagikan sembarangan.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3DA348-982A-46CC-97CC-7EED36A1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00650"/>
            <a:ext cx="9982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324F"/>
                </a:solidFill>
              </a:defRPr>
            </a:pPr>
            <a:r>
              <a:rPr sz="1650" b="1">
                <a:solidFill>
                  <a:srgbClr val="16324F"/>
                </a:solidFill>
              </a:rPr>
              <a:t>Kesimpulan slide ini: Gen-AI berguna jika dipakai untuk membantu belajar, tetapi berbahaya jika dipakai tanpa kejujuran dan pemeriksaan ulang.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1B152-9F5E-42FE-ACC5-E77E7EB4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1A42F2-8359-4D77-9BF4-938EC56D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EB29E4-6D18-4465-8E61-4F82FC7D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371376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bc73e3578437d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CB4E6-7C7F-4A4F-B307-F9DCAF1C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744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87CD9-947D-48EA-8DEF-02F02635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Cara Memakai Gen-AI dengan Bijak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B6FBE-8744-47B4-B595-8D7D9FB1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2260E-D84D-4DEE-BE03-44571063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19250"/>
            <a:ext cx="9505950" cy="41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</a:defRPr>
            </a:pPr>
            <a:r>
              <a:rPr sz="1725" b="0">
                <a:solidFill>
                  <a:srgbClr val="1F2933"/>
                </a:solidFill>
              </a:rPr>
              <a:t>Gunakan untuk membantu memahami, bukan untuk mencontek mentah-mentah.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5A5F3-EC72-4B03-ADB7-521B6AEE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3551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58FA5-1514-487A-984C-7FC67800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49793"/>
            <a:ext cx="9505950" cy="41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</a:defRPr>
            </a:pPr>
            <a:r>
              <a:rPr sz="1725" b="0">
                <a:solidFill>
                  <a:srgbClr val="1F2933"/>
                </a:solidFill>
              </a:rPr>
              <a:t>Selalu cek ulang fakta penting dari buku, guru, atau sumber tepercaya.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C3294-4C45-4BCC-AACF-EF7F95C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60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668DA0-8604-414E-98D9-22F7887F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80335"/>
            <a:ext cx="9505950" cy="41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</a:defRPr>
            </a:pPr>
            <a:r>
              <a:rPr sz="1725" b="0">
                <a:solidFill>
                  <a:srgbClr val="1F2933"/>
                </a:solidFill>
              </a:rPr>
              <a:t>Jangan masukkan data pribadi, kata sandi, atau informasi sensitif.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C6645-ECE4-4224-8C51-6E7AE258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660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03743-0DEA-4519-8E5A-FB42D25B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10877"/>
            <a:ext cx="9505950" cy="41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</a:defRPr>
            </a:pPr>
            <a:r>
              <a:rPr sz="1725" b="0">
                <a:solidFill>
                  <a:srgbClr val="1F2933"/>
                </a:solidFill>
              </a:rPr>
              <a:t>Kalau memakai hasil AI untuk tugas, olah kembali dengan pemahaman dan bahasa kalian sendiri.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ABDBC-8922-4C7B-95B4-BBB23278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714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9F467-6C3E-431F-AF66-63B25564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41420"/>
            <a:ext cx="9505950" cy="41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</a:defRPr>
            </a:pPr>
            <a:r>
              <a:rPr sz="1725" b="0">
                <a:solidFill>
                  <a:srgbClr val="1F2933"/>
                </a:solidFill>
              </a:rPr>
              <a:t>Anggap AI sebagai alat diskusi awal, bukan pengganti nalar dan kejujuran.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26E7F-43AE-4621-8CC5-FDD8C9F4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05400"/>
            <a:ext cx="962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D56EB-E5C7-4E93-922C-5CEDCCD2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33400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24F"/>
                </a:solidFill>
              </a:defRPr>
            </a:pPr>
            <a:r>
              <a:rPr sz="1800" b="1">
                <a:solidFill>
                  <a:srgbClr val="16324F"/>
                </a:solidFill>
              </a:rPr>
              <a:t>Sikap yang paling penting adalah jujur. Teknologi boleh membantu, tetapi pemahaman tetap harus tumbuh dari kalian sendiri.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DC3EA-3AC7-4388-B298-CEB17DC5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9BC6A-353F-4C46-989A-64971F76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1CB51-3685-4BE4-9CAD-0D829CEC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17384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5a70c4ed048fb"/>
          <a:stretch xmlns:a="http://schemas.openxmlformats.org/drawingml/2006/main"/>
        </p:blipFill>
        <p:spPr>
          <a:xfrm xmlns:a="http://schemas.openxmlformats.org/drawingml/2006/main">
            <a:off x="10363200" y="274760"/>
            <a:ext cx="1028700" cy="59348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29F8E-0F51-4872-B33F-91F1A6CD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744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55390-78F1-474F-A8F6-648F867B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Tugas Kelompok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C129C-A3BD-4647-82E8-38E06BB9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24F"/>
                </a:solidFill>
              </a:defRPr>
            </a:pPr>
            <a:r>
              <a:rPr sz="2100" b="1">
                <a:solidFill>
                  <a:srgbClr val="16324F"/>
                </a:solidFill>
              </a:rPr>
              <a:t>Memakai Gen-AI untuk Belajar dengan Cerdas dan Bertanggung Jawab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9329A-B35C-4761-A762-8ED7D237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D791D-340F-4567-B5A8-52BEDBD4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05050"/>
            <a:ext cx="96012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Pilih satu contoh penggunaan Gen-AI yang menurut kalian berguna untuk pelajar.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383D5-E238-4ACA-8CE8-60D31A2D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8417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7469D-6FBE-48CF-B16C-C814DC62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98445"/>
            <a:ext cx="96012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Jelaskan bagaimana alat itu bisa membantu belajar.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21CB03-96E1-4750-A7B5-9723630E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756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71502-579F-4F13-ADE0-D9743660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1840"/>
            <a:ext cx="96012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Sebutkan minimal 2 manfaat jika dipakai dengan benar.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44464C-70CE-4841-A608-3E52AE16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09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6EC7E9-48E8-4741-A416-9A82341D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85235"/>
            <a:ext cx="96012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Sebutkan minimal 2 risiko jika dipakai tanpa bijak.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ABB03-E48B-41DE-9843-D40FD9A0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435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02F1A-D8C6-41AE-B650-A85F5C73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78630"/>
            <a:ext cx="96012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Tuliskan aturan penggunaan yang jujur dan bertanggung jawab di sekolah.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AD3BE-CAA0-42EB-9B7A-89787783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1028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AFD"/>
          </a:solidFill>
          <a:ln xmlns:a="http://schemas.openxmlformats.org/drawingml/2006/main" w="9525">
            <a:solidFill>
              <a:srgbClr val="C8D6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9F297-03AB-49FF-A643-7007C0D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53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577A"/>
                </a:solidFill>
              </a:defRPr>
            </a:pPr>
            <a:r>
              <a:rPr sz="1500" b="1">
                <a:solidFill>
                  <a:srgbClr val="24577A"/>
                </a:solidFill>
              </a:rPr>
              <a:t>Pengumpulan tugas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D78F31-1F40-4945-9243-B409195D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38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Kirim ke: ataka.ahmad@gmail.com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3BC4A-337E-46B5-802D-BA9A50AC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054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</a:defRPr>
            </a:pPr>
            <a:r>
              <a:rPr sz="1350" b="1">
                <a:solidFill>
                  <a:srgbClr val="1F2933"/>
                </a:solidFill>
              </a:rPr>
              <a:t>Subject: SMA Teladan X - Tugas Gen-AI - [Nama Kelompok]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FF492-DACF-4E74-89BB-EADCF824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34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Lampirkan 1 lembar jawaban ringkas atau 1 slide sederhana.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C8F5DE-6A2C-4306-9F81-303420D0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10744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CB757-62CA-43C1-B3F3-0A9A4BB0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SMA Teladan Yogyakarta • Unique Value Kelas 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F141D-7473-49F8-B35D-EE2C70F2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770"/>
                </a:solidFill>
              </a:defRPr>
            </a:pPr>
            <a:r>
              <a:rPr sz="900" b="0">
                <a:solidFill>
                  <a:srgbClr val="5B677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05909328"/>
      </p:ext>
    </p:extLst>
  </p:cSld>
</p:sld>
</file>

<file path=ppt/theme/theme1.xml><?xml version="1.0" encoding="utf-8"?>
<a:theme xmlns:a="http://schemas.openxmlformats.org/drawingml/2006/main" name="ChatGPT">
  <a:themeElements>
    <a:clrScheme name="Teladan Gen AI">
      <a:dk1>
        <a:srgbClr val="000000"/>
      </a:dk1>
      <a:lt1>
        <a:srgbClr val="FFFFFF"/>
      </a:lt1>
      <a:dk2>
        <a:srgbClr val="16324F"/>
      </a:dk2>
      <a:lt2>
        <a:srgbClr val="E5EEF5"/>
      </a:lt2>
      <a:accent1>
        <a:srgbClr val="24577A"/>
      </a:accent1>
      <a:accent2>
        <a:srgbClr val="D8A93A"/>
      </a:accent2>
      <a:accent3>
        <a:srgbClr val="5F87A2"/>
      </a:accent3>
      <a:accent4>
        <a:srgbClr val="A6C4D8"/>
      </a:accent4>
      <a:accent5>
        <a:srgbClr val="345D7A"/>
      </a:accent5>
      <a:accent6>
        <a:srgbClr val="6F8CA0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ladan Gen A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2026-07-31T15:35:05.7150000Z</dcterms:created>
  <dcterms:modified xsi:type="dcterms:W3CDTF">2026-07-31T15:35:05.7150000Z</dcterms:modified>
</coreProperties>
</file>