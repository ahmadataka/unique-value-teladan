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b0066a40000429e" /><Relationship Type="http://schemas.openxmlformats.org/officeDocument/2006/relationships/extended-properties" Target="/docProps/app.xml" Id="R91ed2714464140ac" /><Relationship Type="http://schemas.openxmlformats.org/officeDocument/2006/relationships/officeDocument" Target="/ppt/presentation.xml" Id="Rf51e40bebdce432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fb1ca29af74c64"/>
  </p:sldMasterIdLst>
  <p:notesMasterIdLst>
    <p:notesMasterId xmlns:r="http://schemas.openxmlformats.org/officeDocument/2006/relationships" r:id="R4933204c52604e5f"/>
  </p:notesMasterIdLst>
  <p:sldIdLst>
    <p:sldId xmlns:r="http://schemas.openxmlformats.org/officeDocument/2006/relationships" id="256" r:id="R95a0109cdb1e41db"/>
    <p:sldId xmlns:r="http://schemas.openxmlformats.org/officeDocument/2006/relationships" id="257" r:id="R50d0e33db15b4022"/>
    <p:sldId xmlns:r="http://schemas.openxmlformats.org/officeDocument/2006/relationships" id="258" r:id="Rf09bedab8bce483c"/>
    <p:sldId xmlns:r="http://schemas.openxmlformats.org/officeDocument/2006/relationships" id="259" r:id="R5fc5ebc4ed8e4bdc"/>
    <p:sldId xmlns:r="http://schemas.openxmlformats.org/officeDocument/2006/relationships" id="260" r:id="R74c6cd119590488e"/>
    <p:sldId xmlns:r="http://schemas.openxmlformats.org/officeDocument/2006/relationships" id="261" r:id="R12e80c3c55c34efa"/>
    <p:sldId xmlns:r="http://schemas.openxmlformats.org/officeDocument/2006/relationships" id="262" r:id="R981c4b60fa224814"/>
    <p:sldId xmlns:r="http://schemas.openxmlformats.org/officeDocument/2006/relationships" id="263" r:id="Rd7e4401a753a475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609cc2067a4b48" /><Relationship Type="http://schemas.openxmlformats.org/officeDocument/2006/relationships/slideMaster" Target="/ppt/slideMasters/slideMaster1.xml" Id="R52fb1ca29af74c64" /><Relationship Type="http://schemas.openxmlformats.org/officeDocument/2006/relationships/notesMaster" Target="/ppt/notesMasters/notesMaster1.xml" Id="R4933204c52604e5f" /><Relationship Type="http://schemas.openxmlformats.org/officeDocument/2006/relationships/presProps" Target="/ppt/presProps.xml" Id="R5af0489119324d0c" /><Relationship Type="http://schemas.openxmlformats.org/officeDocument/2006/relationships/tableStyles" Target="/ppt/tableStyles.xml" Id="R6d25f31e655f4d40" /><Relationship Type="http://schemas.openxmlformats.org/officeDocument/2006/relationships/slide" Target="/ppt/slides/slide1.xml" Id="R95a0109cdb1e41db" /><Relationship Type="http://schemas.openxmlformats.org/officeDocument/2006/relationships/slide" Target="/ppt/slides/slide2.xml" Id="R50d0e33db15b4022" /><Relationship Type="http://schemas.openxmlformats.org/officeDocument/2006/relationships/slide" Target="/ppt/slides/slide3.xml" Id="Rf09bedab8bce483c" /><Relationship Type="http://schemas.openxmlformats.org/officeDocument/2006/relationships/slide" Target="/ppt/slides/slide4.xml" Id="R5fc5ebc4ed8e4bdc" /><Relationship Type="http://schemas.openxmlformats.org/officeDocument/2006/relationships/slide" Target="/ppt/slides/slide5.xml" Id="R74c6cd119590488e" /><Relationship Type="http://schemas.openxmlformats.org/officeDocument/2006/relationships/slide" Target="/ppt/slides/slide6.xml" Id="R12e80c3c55c34efa" /><Relationship Type="http://schemas.openxmlformats.org/officeDocument/2006/relationships/slide" Target="/ppt/slides/slide7.xml" Id="R981c4b60fa224814" /><Relationship Type="http://schemas.openxmlformats.org/officeDocument/2006/relationships/slide" Target="/ppt/slides/slide8.xml" Id="Rd7e4401a753a475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a30a28f31f444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8badbc6869c4cac" /><Relationship Type="http://schemas.openxmlformats.org/officeDocument/2006/relationships/notesMaster" Target="/ppt/notesMasters/notesMaster1.xml" Id="R70d0b061b8a44a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c376b86599d40e8" /><Relationship Type="http://schemas.openxmlformats.org/officeDocument/2006/relationships/notesMaster" Target="/ppt/notesMasters/notesMaster1.xml" Id="Rbf63a54f812f4c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b499f3594684c09" /><Relationship Type="http://schemas.openxmlformats.org/officeDocument/2006/relationships/notesMaster" Target="/ppt/notesMasters/notesMaster1.xml" Id="R80df99f3850a485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081548db0494d47" /><Relationship Type="http://schemas.openxmlformats.org/officeDocument/2006/relationships/notesMaster" Target="/ppt/notesMasters/notesMaster1.xml" Id="R29522162a9d940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a69ffb4b0844285" /><Relationship Type="http://schemas.openxmlformats.org/officeDocument/2006/relationships/notesMaster" Target="/ppt/notesMasters/notesMaster1.xml" Id="R471e2393ba054f5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59a1cda41942de" /><Relationship Type="http://schemas.openxmlformats.org/officeDocument/2006/relationships/notesMaster" Target="/ppt/notesMasters/notesMaster1.xml" Id="Rd94b6ea7847f4b2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1a60635194b4336" /><Relationship Type="http://schemas.openxmlformats.org/officeDocument/2006/relationships/notesMaster" Target="/ppt/notesMasters/notesMaster1.xml" Id="Ra3e6e84e01f8492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a149aee86004c10" /><Relationship Type="http://schemas.openxmlformats.org/officeDocument/2006/relationships/notesMaster" Target="/ppt/notesMasters/notesMaster1.xml" Id="Rb21ee438be0444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9cb3673e8d74f6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e6c8a2c9b4c79" /><Relationship Type="http://schemas.openxmlformats.org/officeDocument/2006/relationships/slideLayout" Target="/ppt/slideLayouts/slideLayout1.xml" Id="Rc52d1054e5b9425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52d1054e5b9425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f962dc08a8426b" /><Relationship Type="http://schemas.openxmlformats.org/officeDocument/2006/relationships/image" Target="/ppt/media/image.png" Id="R181a575c2c294422" /><Relationship Type="http://schemas.openxmlformats.org/officeDocument/2006/relationships/notesSlide" Target="/ppt/notesSlides/notesSlide1.xml" Id="Rf0cce9c2727840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07c91e63f94a69" /><Relationship Type="http://schemas.openxmlformats.org/officeDocument/2006/relationships/image" Target="/ppt/media/image2.png" Id="R9d8f1e7ff6974493" /><Relationship Type="http://schemas.openxmlformats.org/officeDocument/2006/relationships/notesSlide" Target="/ppt/notesSlides/notesSlide2.xml" Id="R4e0a330ff2534a8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78b38072624d4f" /><Relationship Type="http://schemas.openxmlformats.org/officeDocument/2006/relationships/image" Target="/ppt/media/image3.png" Id="R5cd14f2e48864c59" /><Relationship Type="http://schemas.openxmlformats.org/officeDocument/2006/relationships/notesSlide" Target="/ppt/notesSlides/notesSlide3.xml" Id="R303710b037bb4ee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4aa7fef264926" /><Relationship Type="http://schemas.openxmlformats.org/officeDocument/2006/relationships/image" Target="/ppt/media/image4.png" Id="R8f8f625221694a19" /><Relationship Type="http://schemas.openxmlformats.org/officeDocument/2006/relationships/notesSlide" Target="/ppt/notesSlides/notesSlide4.xml" Id="R3623de489593478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b17482d46548dc" /><Relationship Type="http://schemas.openxmlformats.org/officeDocument/2006/relationships/image" Target="/ppt/media/image5.png" Id="Re642346a29d743c4" /><Relationship Type="http://schemas.openxmlformats.org/officeDocument/2006/relationships/notesSlide" Target="/ppt/notesSlides/notesSlide5.xml" Id="R6be109f2536146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31c661e594d0a" /><Relationship Type="http://schemas.openxmlformats.org/officeDocument/2006/relationships/image" Target="/ppt/media/image6.png" Id="Rb01226b4db9d43c6" /><Relationship Type="http://schemas.openxmlformats.org/officeDocument/2006/relationships/notesSlide" Target="/ppt/notesSlides/notesSlide6.xml" Id="R096e907d31d14d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47b357b46c40b2" /><Relationship Type="http://schemas.openxmlformats.org/officeDocument/2006/relationships/image" Target="/ppt/media/image7.png" Id="R209cde6bd8d34cd2" /><Relationship Type="http://schemas.openxmlformats.org/officeDocument/2006/relationships/notesSlide" Target="/ppt/notesSlides/notesSlide7.xml" Id="R54bda12f1af34cd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f6850bb3ba48c0" /><Relationship Type="http://schemas.openxmlformats.org/officeDocument/2006/relationships/image" Target="/ppt/media/image8.png" Id="R37ec2ca5becb4392" /><Relationship Type="http://schemas.openxmlformats.org/officeDocument/2006/relationships/notesSlide" Target="/ppt/notesSlides/notesSlide8.xml" Id="R466011097e4747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a575c2c294422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A4A204-D41E-49B2-BA26-E4289C35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085850"/>
            <a:ext cx="476250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C5E0A2-ADCE-4D90-B356-893A4442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085850"/>
            <a:ext cx="5734050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980ADB-5A69-437B-B6CF-EE777E89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577A"/>
                </a:solidFill>
              </a:defRPr>
            </a:pPr>
            <a:r>
              <a:rPr sz="1800" b="1">
                <a:solidFill>
                  <a:srgbClr val="24577A"/>
                </a:solidFill>
              </a:rPr>
              <a:t>Materi Kelas XI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1C398A-ECBA-4C25-8045-A4F453461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33600"/>
            <a:ext cx="4000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Smart Technology</a:t>
            </a:r>
          </a:p>
          <a:p xmlns:a="http://schemas.openxmlformats.org/drawingml/2006/main">
            <a:pPr algn="l">
              <a:defRPr sz="3300" b="1">
                <a:solidFill>
                  <a:srgbClr val="16324F"/>
                </a:solidFill>
              </a:defRPr>
            </a:pPr>
            <a:r>
              <a:rPr sz="3300" b="1">
                <a:solidFill>
                  <a:srgbClr val="16324F"/>
                </a:solidFill>
              </a:rPr>
              <a:t>dan IoT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BE7E87-C3B9-4AB0-96A2-95ED9B77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95700"/>
            <a:ext cx="3924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Pengantar Internet of Things untuk ide penerapan di sekolah dan greenhouse.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0331D9-7C80-40F2-AF8C-0E1C2A878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4762500" cy="1314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FFFFF"/>
                </a:solidFill>
              </a:defRPr>
            </a:pPr>
            <a:r>
              <a:rPr sz="1650" b="0">
                <a:solidFill>
                  <a:srgbClr val="FFFFFF"/>
                </a:solidFill>
              </a:rPr>
              <a:t>Di sesi ini, kita belajar melihat bagaimana sensor, data, dan alat otomatis bisa dipakai untuk membantu lingkungan sekolah maupun farming secara nyata.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EB7C13-2388-4F9B-BBEF-D5C3DDEF5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29000"/>
            <a:ext cx="40005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Fokus deck: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Konsep IoT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Komponen sistem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Use case sekolah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Use case greenhouse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• Etika dan tugas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E3CCC1-E958-43BD-9EE5-794702D5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73C278-D9B0-4A3D-A6DB-A2C229A3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B04DC3-7D43-4760-AA20-5CB9EE59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2719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f1e7ff6974493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35345D-92E2-430E-AB4B-92CD2556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E0619-303D-4324-B98F-21DD2C1F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Apa Itu IoT?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A161F-6EA0-420A-8425-D3A6FAB1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24000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324F"/>
                </a:solidFill>
              </a:defRPr>
            </a:pPr>
            <a:r>
              <a:rPr sz="2100" b="1">
                <a:solidFill>
                  <a:srgbClr val="16324F"/>
                </a:solidFill>
              </a:rPr>
              <a:t>Internet of Things adalah konsep ketika benda fisik bisa membaca kondisi, mengirim data, dan menerima perintah melalui jaringan.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0003C5-EEC5-49AA-8D2F-A8467565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00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F7EFE3-33C4-4C3F-A4BC-41A7F0719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53365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Yang terhubung bukan hanya laptop dan ponsel, tetapi juga sensor, pompa, lampu, kipas, dan alat lain.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5E741-C543-4AEE-AF38-C78F2465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0FC660-EC93-4F31-9237-935AF9C5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4800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IoT membuat alat bisa membantu manusia mengambil keputusan lebih cepat.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032733-4E02-4C13-AAB0-DAB40DE52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14968B-2EC5-4189-9124-6A6C2F018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562350"/>
            <a:ext cx="950595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Tujuan terbaik IoT bukan sekadar terlihat canggih, tetapi benar-benar menyelesaikan masalah nyata.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4CF8D2-A2EE-422B-90C3-02D87849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00650"/>
            <a:ext cx="103251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E3E24-CC23-45F0-BF9D-1AA10935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984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Kalimat kunci: IoT membuat benda bisa merasakan kondisi, mengirim informasi, lalu membantu manusia bertindak.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99DA79F-E944-4D03-BF9A-BD69D4ACB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21A49E-3845-4A60-B09F-3C13A4DB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15D5A8-8628-4A3E-B0E6-C8CF964A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63941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d14f2e48864c59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10297D-1980-4274-92CE-91D681C5B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11CEC0-3621-4DA1-AA12-A82EEC69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Komponen Dasar Sistem IoT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F7FD8F-9CF5-44C5-BE38-0211076F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668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FD22CE-BCA3-4708-AE07-00FF6817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002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Sensor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52EFD7-CC34-4AC5-8F8A-35DD831B9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002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Membaca kondisi lingkungan seperti suhu, cahaya, kelembapan, atau gerak.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0BF3A2-0CF9-4CF5-9948-2C225BD91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050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D044C1-292B-402D-B5A8-870502B6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384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A3AEC-25D8-4FF4-B3A8-F170F7D07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4384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Mengolah data dan menjalankan aturan yang dibuat pengguna.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6C7205-13CC-43C0-A640-EC7A6747B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432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29AA76-93AA-4A05-BD80-0D3F4C4A1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76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Koneksi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797D9A-266C-4024-BE2A-971702A9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32766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Mengirim data dan menerima perintah, misalnya lewat Wi-Fi.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5EE4D1-4D84-407D-9F81-682AAF8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677D97-DF27-4745-AA99-96D9E6B08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Actuator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6BF6E1-A09E-4E4D-BF32-017E74B2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1148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Menjalankan aksi fisik seperti menyalakan pompa, kipas, atau lampu.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B47EDE-A33A-4ACE-B77F-3848D8AB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287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3E0407-BAFF-441F-BAEE-01B320F9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Dashboard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D640188-0329-47BF-BB77-408C2733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4953000"/>
            <a:ext cx="7505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Menampilkan data agar manusia bisa memantau dan mengambil keputusan.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7C85F2-04BD-42B7-9367-DC6AF59C0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3E67FC-D206-4CE7-86F1-988D2E98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15056FD-C77A-4163-BD98-EC66DEFE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57722663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8f625221694a19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674FE6-71FA-4AC7-8764-983A11600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B1675-BA54-4704-ACEA-ADCC5C57E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Bagaimana IoT Bekerja?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C10BC-0F14-4E1B-8C83-D2B7BE0A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10287000" cy="3790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12270-2392-462D-81C2-42F76534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9335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469B2-84EB-467D-B9AB-741EF401A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66900"/>
            <a:ext cx="94107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Sensor membaca kondisi, misalnya tanah kering atau suhu terlalu panas.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D13278-C502-4373-871C-39FEAB32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447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8AA2BC-F88E-49FC-9BD6-5F24115A7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81250"/>
            <a:ext cx="94107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Controller memproses data dan membandingkannya dengan aturan yang sudah dibuat.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7B12DE-6728-4474-9EFD-8B1EFA93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962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20AA8-6CA7-4D3C-B6E9-64006E2E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95600"/>
            <a:ext cx="94107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Sistem mengirim data ke aplikasi atau dashboard.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D62D9-234A-4505-80D6-662792355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476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D1CE7C-ED54-4139-B887-EA678772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409950"/>
            <a:ext cx="94107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Actuator bekerja jika perlu, misalnya menyalakan pompa atau kipas.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29519-0071-4E60-B8DF-99DD14DE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909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2EB31C-FFA2-4CF5-BBFF-D932906B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924300"/>
            <a:ext cx="9410700" cy="4400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F2933"/>
                </a:solidFill>
              </a:defRPr>
            </a:pPr>
            <a:r>
              <a:rPr sz="1650" b="0">
                <a:solidFill>
                  <a:srgbClr val="1F2933"/>
                </a:solidFill>
              </a:rPr>
              <a:t>Manusia tetap memantau hasilnya dan memperbaiki sistem bila perlu.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7767A-B75A-4C18-9E38-3C877B737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15000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577A"/>
                </a:solidFill>
              </a:defRPr>
            </a:pPr>
            <a:r>
              <a:rPr sz="1575" b="1">
                <a:solidFill>
                  <a:srgbClr val="24577A"/>
                </a:solidFill>
              </a:rPr>
              <a:t>Urutan sederhananya: baca kondisi -&gt; olah data -&gt; kirim informasi -&gt; jalankan aksi -&gt; cek ulang.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D0DBF-6FD5-4C1E-8DDD-D770921DB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18C0F6-4DE3-4A70-9503-75B15942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869462-F940-4B21-83CA-9B28315E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126040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42346a29d743c4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4AADA5-6D3C-42E5-9863-A7FFE92CD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670762-6E20-40B0-9BE2-0FBE4AF5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Contoh Smart Technology di Sekolah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47FA61-8F7B-4EF5-9668-CCFD5DAE8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24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8F8F6-4D4E-492E-A991-1F4D6BA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1657350"/>
            <a:ext cx="9124950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Lampu otomatis untuk area tertentu agar hemat energi.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833B9-7118-42C8-A44C-00827395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19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C7AF-0741-4F76-A340-858E67ED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152650"/>
            <a:ext cx="9124950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Monitoring suhu ruang kelas untuk kenyamanan belajar.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2DE86-D7EF-4606-9815-330B7EB17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146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A6C47F-013A-4EB3-88AA-F3B3A8A6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647950"/>
            <a:ext cx="9124950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Pemantauan penggunaan listrik sebagai bahan evaluasi efisiensi.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CF1B4-7AF3-49AE-90CF-A7EFAC21D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A24525-3FF7-4EDF-A13B-D31FB713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143250"/>
            <a:ext cx="9124950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Sensor keamanan sederhana pada pintu atau area tertentu.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6E6BAF-55A1-43F2-9C16-0EF5E368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F6596E-5498-4093-A00F-1AA8A782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38550"/>
            <a:ext cx="9124950" cy="4200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F2933"/>
                </a:solidFill>
              </a:defRPr>
            </a:pPr>
            <a:r>
              <a:rPr sz="1575" b="0">
                <a:solidFill>
                  <a:srgbClr val="1F2933"/>
                </a:solidFill>
              </a:rPr>
              <a:t>Dashboard lingkungan sekolah agar data bisa dipakai untuk belajar juga.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4AFC98-F9F7-4423-B88A-94BE3BEC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953000"/>
            <a:ext cx="10287000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F5459F-120C-4C24-B1F2-A08141182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7800"/>
            <a:ext cx="9810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6324F"/>
                </a:solidFill>
              </a:defRPr>
            </a:pPr>
            <a:r>
              <a:rPr sz="1575" b="1">
                <a:solidFill>
                  <a:srgbClr val="16324F"/>
                </a:solidFill>
              </a:rPr>
              <a:t>Pertanyaan pentingnya: apakah teknologi ini membantu kenyamanan, keamanan, atau efisiensi sekolah secara nyata?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08FE7A-5AF5-45C7-AFA9-8B1965A6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108671-58C9-49B3-BDCB-F7EB9CFC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36A437-2BFD-4B2C-B287-4B02E237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2020977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1226b4db9d43c6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458578-E809-48C4-B5CA-2E29F390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149EAB-C870-48E7-9F47-C6C6260E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Contoh Smart Technology di Greenhouse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5FA7EE-576D-4A15-BD6C-4930B739F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43050"/>
            <a:ext cx="48577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721619-24DC-452C-8951-7AE8622E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543050"/>
            <a:ext cx="5124450" cy="3733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C59CC8-6E1F-4610-BE9F-EE093B977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Contoh fungsi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6A3F1B-284E-49FE-8E2A-4920E2A7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014F9E-220C-4187-8C39-FEE35E2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43150"/>
            <a:ext cx="3886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Sensor kelembapan tanah untuk membaca kebutuhan air.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B25F33-995F-4D4B-8C6A-BFFB6FEA7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C29D85-6E1C-4F40-9127-97678254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62250"/>
            <a:ext cx="3886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Monitoring suhu dan kelembapan udara.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703FF4-447E-4E98-9BCE-DA13CD91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218C6A-72E5-400E-B781-71EAD199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81350"/>
            <a:ext cx="3886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Penyiraman otomatis saat tanah terlalu kering.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A43152-23AD-4F8D-AB4C-0B2AEFD19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8C948-67F8-494A-8B7F-DB0688C7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00450"/>
            <a:ext cx="38862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Pemantauan cahaya untuk kondisi tumbuh tanaman.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B4AE97-008E-4843-B4EF-570DB155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8097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Nilai belajarnya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BEEB44A-EA72-48BF-9391-E9E63AB3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409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35C4C2-0E3A-462F-A027-6DD0DB1BE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40576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Siswa belajar bahwa data lingkungan bisa dipakai untuk keputusan nyata.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0CCF6-821D-47EF-9D8E-444822F44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28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18F17C-1D17-4C82-8A11-0CDCF815E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762250"/>
            <a:ext cx="40576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Proyek bisa menggabungkan teknologi, sains, dan observasi lapangan.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B9067F-4D34-4E52-8CF4-1D858DAF9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48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19ECA37-C54D-4565-B8B7-06A2E9B5D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181350"/>
            <a:ext cx="405765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Hasilnya dapat dipakai sebagai sistem sederhana sekaligus bahan presentasi.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ED20D3-D1DD-4DE7-9336-1EA0EEFB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AEEF0-4018-4EEC-9714-512F452C0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37954A-F7DC-4719-8A42-146C8CE5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43542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cde6bd8d34cd2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2964E-C635-479C-A89F-4229F6453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1D091E-FDE9-4DFA-AE24-75521350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Risiko dan Etika IoT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A5DE55-F28D-4086-B4CA-567992DF4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47434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80AF8-5634-4662-94D9-96E82928C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524000"/>
            <a:ext cx="521970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C91ABB-BC0D-4A0D-A5DC-986DCE51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716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Risiko yang perlu diingat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3BF0CF-201C-450D-A8E6-41403BD2B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EC9B7-E2B9-4AC4-A1DC-4D639C004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3050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Sensor bisa salah membaca kondisi.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4AE68D-EC7C-48D2-94FA-1F3C4FF80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2D6AEC-87E3-44B8-8186-8BAE2B448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Koneksi bisa terputus atau tidak stabil.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3B9F85-F621-4046-B683-D015EFD94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0A05EA-AC36-4093-97C2-A82B22EEE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432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Perangkat bisa rusak jika lingkungan tidak cocok.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8B6565-C83E-40A0-99A9-57D047AC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337EB-C694-4E05-BCC3-915F9EE3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62350"/>
            <a:ext cx="38481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Sistem yang tidak aman bisa diakses pihak yang salah.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EC43DC-9F62-4DBB-A020-53333F70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7716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6324F"/>
                </a:solidFill>
              </a:defRPr>
            </a:pPr>
            <a:r>
              <a:rPr sz="1800" b="1">
                <a:solidFill>
                  <a:srgbClr val="16324F"/>
                </a:solidFill>
              </a:rPr>
              <a:t>Etika penggunaan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7CF62A-5F0E-4ED7-9306-4D9F4788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717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E5D708-CD52-433C-9CA4-45BCCB05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050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Gunakan teknologi untuk tujuan yang jelas dan bermanfaat.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AFD96F-7EF1-4BC1-BA54-939DFB4AF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790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72842F-7DAC-4C17-9676-22DC4262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241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Jaga keamanan perangkat dan data yang terhubung.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581B1C-79C9-4D9D-8472-D25069CC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2099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01B270-919A-4FB5-A55B-A70A3C229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432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Kalau menyentuh data orang, gunakan dengan tanggung jawab.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26AED0-EF2C-47A2-83DD-213B782EA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6290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F7E234-D455-40DE-96C2-8786BD835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62350"/>
            <a:ext cx="4152900" cy="3600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Tetap verifikasi hasil sistem dengan pengamatan manusia.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6320F5-2484-4D82-ABC8-5DB81445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05400"/>
            <a:ext cx="1030605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F7B371-C921-497E-90EF-736B23E5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334000"/>
            <a:ext cx="9848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324F"/>
                </a:solidFill>
              </a:defRPr>
            </a:pPr>
            <a:r>
              <a:rPr sz="1650" b="1">
                <a:solidFill>
                  <a:srgbClr val="16324F"/>
                </a:solidFill>
              </a:rPr>
              <a:t>IoT yang baik bukan hanya berjalan otomatis, tetapi juga aman, masuk akal, dan berguna.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2511BB-6524-48F1-8DE3-741EBFE5E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83E1E1-4AB1-48D8-8629-D4CB6CDB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FAB58B4-3DCF-4AED-891F-9A9CA5DD5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0600062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ec2ca5becb4392"/>
          <a:stretch xmlns:a="http://schemas.openxmlformats.org/drawingml/2006/main"/>
        </p:blipFill>
        <p:spPr>
          <a:xfrm xmlns:a="http://schemas.openxmlformats.org/drawingml/2006/main">
            <a:off x="10458450" y="182807"/>
            <a:ext cx="819150" cy="472587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CC38D5-7D4D-41D6-ACC9-883B52DE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42950"/>
            <a:ext cx="89916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686FBA-071E-49C8-820A-44EB1A4AA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828675"/>
            <a:ext cx="8096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FFFF"/>
                </a:solidFill>
              </a:defRPr>
            </a:pPr>
            <a:r>
              <a:rPr sz="2250" b="1">
                <a:solidFill>
                  <a:srgbClr val="FFFFFF"/>
                </a:solidFill>
              </a:rPr>
              <a:t>Tugas Kelompok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EA9C1B-4B71-48C2-8557-24CB83924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859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324F"/>
                </a:solidFill>
              </a:defRPr>
            </a:pPr>
            <a:r>
              <a:rPr sz="2250" b="1">
                <a:solidFill>
                  <a:srgbClr val="16324F"/>
                </a:solidFill>
              </a:rPr>
              <a:t>Merancang Ide IoT untuk Sekolah atau Greenhouse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88561-D007-4916-BAE2-FA3D5B0D6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200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BC8443-8A67-431C-8914-0E8877799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336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Pilih satu konteks: sekolah atau greenhouse/farming.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21EFC-DE80-4096-B5D5-FD0CBD8F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574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9FC2D9-5086-4F35-8F9E-375A823F9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908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Tentukan masalah yang ingin dibantu oleh teknologi.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2B39DF-9EBB-437B-BA05-804C3910E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146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08EF5F-A20D-449C-AA9A-236E7138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480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Sebutkan sensor, controller, koneksi, dan actuator yang mungkin dipakai.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EF8C2D-E8C3-479C-B8B2-8E6C3ECD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718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65460-A2D6-4800-9AE4-A753DCEE8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052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Jelaskan alur kerja sistem dari membaca data sampai tindakan.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C2354-5563-4734-B05B-E37D24408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29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E69A78-49A3-434F-B104-57A0DF37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Tuliskan 2 manfaat dan 2 risiko dari ide tersebut.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EF3948-BEC9-430B-91EA-08B33832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862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324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23F82D-A15E-49F2-82CC-6F2EA18B9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19600"/>
            <a:ext cx="965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Sertakan sketsa atau diagram alur sederhana dari kelompok.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AD5B19-21CC-45A7-8073-1B08E256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19650"/>
            <a:ext cx="10287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AFD"/>
          </a:solidFill>
          <a:ln xmlns:a="http://schemas.openxmlformats.org/drawingml/2006/main" w="9525">
            <a:solidFill>
              <a:srgbClr val="C8D6E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348F692-9B74-4947-A0F0-38CE52C9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29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577A"/>
                </a:solidFill>
              </a:defRPr>
            </a:pPr>
            <a:r>
              <a:rPr sz="1500" b="1">
                <a:solidFill>
                  <a:srgbClr val="24577A"/>
                </a:solidFill>
              </a:rPr>
              <a:t>Pengumpulan tugas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5A4AF3-0010-4FAA-8EBC-68BD0CC6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959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Kirim ke: ataka.ahmad@gmail.com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2AAEB-2F3C-4D82-B080-A88C0F320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5435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Subject: SMA Teladan XI - Tugas IoT - [Nama Kelompok]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C96439-8E00-425A-873F-B0B977A7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162550"/>
            <a:ext cx="3695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Output yang diharapkan: ringkasan 1 halaman atau 4-6 slide singkat.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DF95B2-E4B1-40B5-B07A-BA7721AB4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419850"/>
            <a:ext cx="107442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6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7357E90-EAF1-4B91-AE20-6DB7D1DCF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4770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SMA Teladan Yogyakarta • Unique Value Kelas XI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9CCEC17-C641-470E-9E6B-98A53E368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645795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770"/>
                </a:solidFill>
              </a:defRPr>
            </a:pPr>
            <a:r>
              <a:rPr sz="900" b="0">
                <a:solidFill>
                  <a:srgbClr val="5B6770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7581430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2026-08-06T03:39:13.2680000Z</dcterms:created>
  <dcterms:modified xsi:type="dcterms:W3CDTF">2026-08-06T03:39:13.2680000Z</dcterms:modified>
</coreProperties>
</file>