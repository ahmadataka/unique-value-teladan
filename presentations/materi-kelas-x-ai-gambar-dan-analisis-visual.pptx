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f2f3e00bc435f" /><Relationship Type="http://schemas.openxmlformats.org/officeDocument/2006/relationships/extended-properties" Target="/docProps/app.xml" Id="Rd2af36b5f9614d4b" /><Relationship Type="http://schemas.openxmlformats.org/officeDocument/2006/relationships/officeDocument" Target="/ppt/presentation.xml" Id="R95fd1cb23892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746d1bd984980"/>
  </p:sldMasterIdLst>
  <p:notesMasterIdLst>
    <p:notesMasterId xmlns:r="http://schemas.openxmlformats.org/officeDocument/2006/relationships" r:id="Rffb57c9aea864062"/>
  </p:notesMasterIdLst>
  <p:sldIdLst>
    <p:sldId xmlns:r="http://schemas.openxmlformats.org/officeDocument/2006/relationships" id="256" r:id="R7490cefab77d4966"/>
    <p:sldId xmlns:r="http://schemas.openxmlformats.org/officeDocument/2006/relationships" id="257" r:id="R15b4adc201d34457"/>
    <p:sldId xmlns:r="http://schemas.openxmlformats.org/officeDocument/2006/relationships" id="258" r:id="R8f4cccaa2cbd4d49"/>
    <p:sldId xmlns:r="http://schemas.openxmlformats.org/officeDocument/2006/relationships" id="259" r:id="R3e6154f737e14f78"/>
    <p:sldId xmlns:r="http://schemas.openxmlformats.org/officeDocument/2006/relationships" id="260" r:id="R844c8d7f56634fde"/>
    <p:sldId xmlns:r="http://schemas.openxmlformats.org/officeDocument/2006/relationships" id="261" r:id="R204596128c8743d1"/>
    <p:sldId xmlns:r="http://schemas.openxmlformats.org/officeDocument/2006/relationships" id="262" r:id="R53fef60f46814eb0"/>
    <p:sldId xmlns:r="http://schemas.openxmlformats.org/officeDocument/2006/relationships" id="263" r:id="R0dba955dbc614c66"/>
    <p:sldId xmlns:r="http://schemas.openxmlformats.org/officeDocument/2006/relationships" id="264" r:id="R014bc78c1d8d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fb8c487904e2f" /><Relationship Type="http://schemas.openxmlformats.org/officeDocument/2006/relationships/slideMaster" Target="/ppt/slideMasters/slideMaster1.xml" Id="R55e746d1bd984980" /><Relationship Type="http://schemas.openxmlformats.org/officeDocument/2006/relationships/notesMaster" Target="/ppt/notesMasters/notesMaster1.xml" Id="Rffb57c9aea864062" /><Relationship Type="http://schemas.openxmlformats.org/officeDocument/2006/relationships/presProps" Target="/ppt/presProps.xml" Id="R86c7e1e971ef4042" /><Relationship Type="http://schemas.openxmlformats.org/officeDocument/2006/relationships/tableStyles" Target="/ppt/tableStyles.xml" Id="R1bdc333ec0db4f11" /><Relationship Type="http://schemas.openxmlformats.org/officeDocument/2006/relationships/slide" Target="/ppt/slides/slide1.xml" Id="R7490cefab77d4966" /><Relationship Type="http://schemas.openxmlformats.org/officeDocument/2006/relationships/slide" Target="/ppt/slides/slide2.xml" Id="R15b4adc201d34457" /><Relationship Type="http://schemas.openxmlformats.org/officeDocument/2006/relationships/slide" Target="/ppt/slides/slide3.xml" Id="R8f4cccaa2cbd4d49" /><Relationship Type="http://schemas.openxmlformats.org/officeDocument/2006/relationships/slide" Target="/ppt/slides/slide4.xml" Id="R3e6154f737e14f78" /><Relationship Type="http://schemas.openxmlformats.org/officeDocument/2006/relationships/slide" Target="/ppt/slides/slide5.xml" Id="R844c8d7f56634fde" /><Relationship Type="http://schemas.openxmlformats.org/officeDocument/2006/relationships/slide" Target="/ppt/slides/slide6.xml" Id="R204596128c8743d1" /><Relationship Type="http://schemas.openxmlformats.org/officeDocument/2006/relationships/slide" Target="/ppt/slides/slide7.xml" Id="R53fef60f46814eb0" /><Relationship Type="http://schemas.openxmlformats.org/officeDocument/2006/relationships/slide" Target="/ppt/slides/slide8.xml" Id="R0dba955dbc614c66" /><Relationship Type="http://schemas.openxmlformats.org/officeDocument/2006/relationships/slide" Target="/ppt/slides/slide9.xml" Id="R014bc78c1d8d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f4ee056099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f7a94c0d894dc9" /><Relationship Type="http://schemas.openxmlformats.org/officeDocument/2006/relationships/notesMaster" Target="/ppt/notesMasters/notesMaster1.xml" Id="Rf0d1c165af0841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3151f215f3420c" /><Relationship Type="http://schemas.openxmlformats.org/officeDocument/2006/relationships/notesMaster" Target="/ppt/notesMasters/notesMaster1.xml" Id="Rb908208c316e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f83753c46a4d46" /><Relationship Type="http://schemas.openxmlformats.org/officeDocument/2006/relationships/notesMaster" Target="/ppt/notesMasters/notesMaster1.xml" Id="R73264d4c1f904c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c299146ba433f" /><Relationship Type="http://schemas.openxmlformats.org/officeDocument/2006/relationships/notesMaster" Target="/ppt/notesMasters/notesMaster1.xml" Id="R997c942c5c4d4f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954e65d3d488f" /><Relationship Type="http://schemas.openxmlformats.org/officeDocument/2006/relationships/notesMaster" Target="/ppt/notesMasters/notesMaster1.xml" Id="Rb5e2d33205c84e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a8263ad4314262" /><Relationship Type="http://schemas.openxmlformats.org/officeDocument/2006/relationships/notesMaster" Target="/ppt/notesMasters/notesMaster1.xml" Id="Rfb4253d57636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8e9f447f0c4a9f" /><Relationship Type="http://schemas.openxmlformats.org/officeDocument/2006/relationships/notesMaster" Target="/ppt/notesMasters/notesMaster1.xml" Id="Raa186214d66b40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c0faf133254158" /><Relationship Type="http://schemas.openxmlformats.org/officeDocument/2006/relationships/notesMaster" Target="/ppt/notesMasters/notesMaster1.xml" Id="R87a53bba0d4c43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fac0729f45423c" /><Relationship Type="http://schemas.openxmlformats.org/officeDocument/2006/relationships/notesMaster" Target="/ppt/notesMasters/notesMaster1.xml" Id="Rd08c175432e64e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OpenAI ChatGPT product: https://chatgpt.com/</a:t>
            </a:r>
          </a:p>
          <a:p xmlns:a="http://schemas.openxmlformats.org/drawingml/2006/main">
            <a:r>
              <a:t>Google Gemini app: https://gemini.google.com/app</a:t>
            </a:r>
          </a:p>
          <a:p xmlns:a="http://schemas.openxmlformats.org/drawingml/2006/main">
            <a:r>
              <a:t>Microsoft Copilot overview: https://www.microsoft.com/en-us/microsoft-copilot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ChatGPT product: https://chatgpt.com/</a:t>
            </a:r>
          </a:p>
          <a:p xmlns:a="http://schemas.openxmlformats.org/drawingml/2006/main">
            <a:r>
              <a:t>Gemini app: https://gemini.google.com/app</a:t>
            </a:r>
          </a:p>
          <a:p xmlns:a="http://schemas.openxmlformats.org/drawingml/2006/main">
            <a:r>
              <a:t>OpenAI DALL-E overview: https://openai.com/dall-e/</a:t>
            </a:r>
          </a:p>
          <a:p xmlns:a="http://schemas.openxmlformats.org/drawingml/2006/main">
            <a:r>
              <a:t>Google Lens overview: https://lens.google/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ChatGPT product: https://chatgpt.com/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Google Safety Center: https://safety.google/</a:t>
            </a:r>
          </a:p>
          <a:p xmlns:a="http://schemas.openxmlformats.org/drawingml/2006/main">
            <a:r>
              <a:t>UNESCO guidance on generative AI in education: https://www.unesco.org/en/articles/guidance-generative-ai-education-and-research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8548c97ef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a5eabd4e564750" /><Relationship Type="http://schemas.openxmlformats.org/officeDocument/2006/relationships/slideLayout" Target="/ppt/slideLayouts/slideLayout1.xml" Id="R4c084583c5ce47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084583c5ce47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15266ca3041a0" /><Relationship Type="http://schemas.openxmlformats.org/officeDocument/2006/relationships/image" Target="/ppt/media/image.png" Id="Re8c655acfc324874" /><Relationship Type="http://schemas.openxmlformats.org/officeDocument/2006/relationships/notesSlide" Target="/ppt/notesSlides/notesSlide1.xml" Id="R9cd2e2d539334f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43d09034e4223" /><Relationship Type="http://schemas.openxmlformats.org/officeDocument/2006/relationships/image" Target="/ppt/media/image2.png" Id="R56b30b06db2a4d54" /><Relationship Type="http://schemas.openxmlformats.org/officeDocument/2006/relationships/notesSlide" Target="/ppt/notesSlides/notesSlide2.xml" Id="R66635f9ef51449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4c98961f4d77" /><Relationship Type="http://schemas.openxmlformats.org/officeDocument/2006/relationships/image" Target="/ppt/media/image3.png" Id="Rd02b512f4c0540b6" /><Relationship Type="http://schemas.openxmlformats.org/officeDocument/2006/relationships/notesSlide" Target="/ppt/notesSlides/notesSlide3.xml" Id="R6482968c75334c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755f4c7e04c77" /><Relationship Type="http://schemas.openxmlformats.org/officeDocument/2006/relationships/image" Target="/ppt/media/image4.png" Id="Rac465d5236884981" /><Relationship Type="http://schemas.openxmlformats.org/officeDocument/2006/relationships/notesSlide" Target="/ppt/notesSlides/notesSlide4.xml" Id="R0dd48ffeca55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abe752f24c38" /><Relationship Type="http://schemas.openxmlformats.org/officeDocument/2006/relationships/image" Target="/ppt/media/image5.png" Id="Rd2aaf82e8ad94b9a" /><Relationship Type="http://schemas.openxmlformats.org/officeDocument/2006/relationships/notesSlide" Target="/ppt/notesSlides/notesSlide5.xml" Id="R9df3cba7b5d645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42b731b864eb4" /><Relationship Type="http://schemas.openxmlformats.org/officeDocument/2006/relationships/image" Target="/ppt/media/image6.png" Id="R11c88aec6d354308" /><Relationship Type="http://schemas.openxmlformats.org/officeDocument/2006/relationships/notesSlide" Target="/ppt/notesSlides/notesSlide6.xml" Id="R1bd8d0bee46746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0ab0e18d748e5" /><Relationship Type="http://schemas.openxmlformats.org/officeDocument/2006/relationships/image" Target="/ppt/media/image7.png" Id="R477fb330894a4e9b" /><Relationship Type="http://schemas.openxmlformats.org/officeDocument/2006/relationships/notesSlide" Target="/ppt/notesSlides/notesSlide7.xml" Id="R54a97ba1ae6541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5db44a53479a" /><Relationship Type="http://schemas.openxmlformats.org/officeDocument/2006/relationships/image" Target="/ppt/media/image8.png" Id="Rfe3f311165404ee3" /><Relationship Type="http://schemas.openxmlformats.org/officeDocument/2006/relationships/notesSlide" Target="/ppt/notesSlides/notesSlide8.xml" Id="R7f2a1e3f548147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f61fa2dbb45e8" /><Relationship Type="http://schemas.openxmlformats.org/officeDocument/2006/relationships/image" Target="/ppt/media/image9.png" Id="R936d28a5de4846fd" /><Relationship Type="http://schemas.openxmlformats.org/officeDocument/2006/relationships/notesSlide" Target="/ppt/notesSlides/notesSlide9.xml" Id="R08426fc1d20c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55acfc32487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34C85-5D76-44CC-BEBC-E0DF504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4762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47986-A1F7-4F28-9A07-A0FF745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85850"/>
            <a:ext cx="5734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398FA-DDB1-44EF-83D2-879B2ADB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7A"/>
                </a:solidFill>
              </a:defRPr>
            </a:pPr>
            <a:r>
              <a:rPr sz="1800" b="1">
                <a:solidFill>
                  <a:srgbClr val="24577A"/>
                </a:solidFill>
              </a:rPr>
              <a:t>Materi Kelas 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CC1E8-127B-408B-A2C5-A5FDBE0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24F"/>
                </a:solidFill>
              </a:defRPr>
            </a:pPr>
            <a:r>
              <a:rPr sz="3150" b="1">
                <a:solidFill>
                  <a:srgbClr val="16324F"/>
                </a:solidFill>
              </a:rPr>
              <a:t>AI untuk Gambar dan Analisis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47C0E-F236-49A9-8A15-B174E78A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3924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Mengenal dua cara memakai AI pada gambar: membuat visual baru dan membaca informasi dari visual yang sudah 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D2AC6-51CF-4AF2-85C4-4B90F985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Di sesi ini, kita belajar memakai AI visual untuk tugas akademik secara cerdas, etis, dan tetap kritis terhadap hasilnya.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1654E-021B-48F2-AACF-0F93F0E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000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Fokus deck: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Image generation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Image analysis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Use case akademik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Prompting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Etika dan tugas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C184C-4038-4209-8843-FF5D248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3936-3405-42B3-942D-DB98C54C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F0408-C927-44BE-BFAF-C4765273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7770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30b06db2a4d5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E4A1E-8576-42F3-8B3B-030BE38A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D045-E1C3-4E9E-9B77-3C0647C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AI Bisa Dipakai untuk Membuat dan Membaca Gambar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37FB6-03C5-45C7-A0EA-BB6EBFE4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4762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C834-928A-4E5A-9E6F-BBCF0803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85900"/>
            <a:ext cx="52197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88EAC-8FF4-4393-BFCF-2BA00C9E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716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1. Image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3169-CEA9-4C6E-8CE2-E9AA11A8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6FD0E-9F4A-4A8A-B456-A956182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38862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Kita memberi perintah teks, lalu AI membuat gambar baru.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B80C8-5BF0-48BC-9033-0CAF6A3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4C89F-A7B0-42B5-8361-F947B342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38862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Cocok untuk poster, ilustrasi presentasi, komik konsep, atau visual ide proyek.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42916-D019-406B-BB07-4468AC2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05E14-1639-4D5F-972D-FF7359F8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8862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Hasilnya harus tetap dicek: apakah sesuai fakta, konteks, dan etika?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3911F-FBEF-4251-8543-358D50CB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2. Image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42416-3F5D-4414-BD80-1A77839F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03F56-5E07-4AA8-BBD2-6D2495D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1719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Kita memberi gambar sebagai input, lalu AI membantu menjelaskan isinya.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52837-EEFC-4FB0-BEDE-EF4BDEFF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3994E-DFB7-4775-96AB-13E56FD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1719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Cocok untuk membaca diagram, poster, foto eksperimen, atau infografik.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3E9B3-4FE3-4848-B06F-7EC378A8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8BA85-352C-4B63-8171-C818215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1719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AI membantu observasi, tetapi kesimpulan akhir tetap harus diperiksa manusia.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747DEC-F20A-4B44-8ED8-BB8519CA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Kalimat kunci: AI visual bisa membantu melihat lebih cepat, tetapi memahami dengan benar tetap perlu nalar manusia.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D022E-6295-45B2-81E1-BEDB85D9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97D74-5BDA-40CE-9E42-5C42007E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3A318-29F4-4924-B2A5-298D9A3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3878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b512f4c0540b6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2767B-5A62-4F6C-BA6D-79E640D9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9FC17-31AB-4677-8CA7-5708630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Tools dan Use Case Akademik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2432A-AA19-4936-995B-59C0C821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905A2-DB08-4DCE-8080-3DD8F20E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ChatGPT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2B975-391C-4D2E-BF1F-1C2A132E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0020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Bisa dipakai untuk meminta ide gambar, menganalisis poster, atau menjelaskan isi diagram/foto.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B9D46-CB78-481D-B33F-BBC1553F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5CB63-16ED-4504-99A5-5C1498EE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Gemini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B8DB7-C78B-46CF-93F4-2D5773EE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336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Bisa membantu memahami gambar, membuat deskripsi visual, dan memberi ide ilustrasi untuk presentasi.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11BF4-0ECF-4DF3-889D-A1366B68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09CC6-3352-4A28-8C4F-24BADB4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DALL-E / image generator serupa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D21EB-D053-49D6-BAF2-E781643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Dipakai untuk membuat ilustrasi baru dari teks saat siswa butuh visual konsep atau poster edukatif.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1B0E9-032B-4367-B792-DD4E86D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77762-755F-474F-9C8D-7AC53659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Google Lens / fitur visual serupa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B56D4-EFF5-46E5-B1C1-8C593DA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720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Berguna untuk mengenali objek, teks, atau konteks visual sebagai bahan belajar awal.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07810-4D82-4E9D-87F2-F5D5B16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Intinya, pilih tool sesuai kebutuhan: ada yang lebih kuat untuk membuat visual baru, ada yang lebih membantu membaca visual yang sudah 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F122E-8044-480D-A7D8-325524C7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1E2D1-6D83-4231-ABA4-1608A42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FE6D3-F0E5-4243-BB1D-03342CBA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1334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65d5236884981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A3FBD-643D-4B58-8ECA-0023FDD4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DC01C-5B18-45D4-8D61-08821E0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Use Case Akademik yang Perlu Diingat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37504-8C38-4EE6-8800-A793B2FC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10287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D02C4-C6BC-4849-A228-1380A30A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14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8D0E9-5B06-4440-85E6-AFEB3918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9410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Membuat ilustrasi konsep, misalnya rantai makanan, kota masa depan, atau poster literasi digital.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55B01-0DB9-4618-979F-42DAFF3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67086-624E-4B5C-99E4-CADAE3F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9410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Membantu memahami diagram, grafik, atau peta konsep dengan bahasa yang lebih sederhana.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1ACBE-E393-426E-8E2E-027F82A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265D-4670-4E1F-AA73-C931B22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9410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Menyiapkan presentasi, sambil tetap memastikan siswa menjelaskan dengan pemahaman sendiri.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D6CB4-6891-4F2C-BD44-86DA94F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3FB2B-C5AB-484C-B2A3-075918E6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9410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Latihan observasi: membandingkan hasil analisis siswa dengan bantuan AI.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4916F-E658-4083-B3E5-FF32ED81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A014A-A179-4A4A-9FA5-D824EC4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941070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Belajar deskripsi visual: mengubah gambar menjadi narasi atau sebaliknya.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72B85-E454-4D31-8509-F5201F40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Prinsip utamanya: AI visual dipakai untuk membantu memahami dan mengomunikasikan ide, bukan menggantikan proses berpikir siswa.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058B0-E5A5-4A62-B607-C12DCDA4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00467-B208-4113-BF4C-AE52AAE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90195-193F-438D-8F1D-3051360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14755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af82e8ad94b9a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C36FB-83D6-47EA-807F-E308722E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3BDB5-62CC-43CA-BCB2-34A9851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Praktik Singkat Menggunakan GPT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1ACCA-E9E8-4997-8D79-123B8EB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4876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C1816-DAB8-476D-8148-CBBD2C9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5105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E6823-FF89-465F-91BB-66D3029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Langkah praktik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A89D7-BBC3-464D-8704-39214048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092BF-4296-4047-92E3-EEDFC8ED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405765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Buka GPT lalu tentukan tujuan: membuat gambar atau menganalisis gambar.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489DF-96AB-4BB9-B3B8-8ECB36F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54E78-CA4E-4544-B238-006725D7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405765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Tulis prompt yang jelas sesuai mata pelajaran dan kebutuhan tugas.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FEB6B-94BD-4C85-920B-F715E00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D04B7-F4ED-4B21-9DE4-933BF3DC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405765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Jika perlu analisis visual, unggah gambar yang ingin dibahas.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730AA-5D15-4390-8A83-F7B502E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812AC-EF40-41F8-8984-D99A617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405765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Baca hasilnya dengan kritis, lalu perbaiki prompt jika masih terlalu umum.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29230-D55E-4BCE-A18E-DA3AFB5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BF742-E683-4E59-A997-728DBCED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4057650" cy="3400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Simpan hasil penting dan catat bahwa AI dipakai sebagai bantuan belajar.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3184A-19AF-4BC1-9625-D3A10B08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Contoh yang bisa langsung dicoba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F40697-0B33-4B87-A368-1D98ADF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Generation:</a:t>
            </a:r>
          </a:p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“Buat ide ilustrasi poster edukatif tentang pemanasan global untuk siswa kelas X, warna cerah, dan cocok untuk slide presentasi.”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A992-7F83-4034-9A81-2F29953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4438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Analysis:</a:t>
            </a:r>
          </a:p>
          <a:p xmlns:a="http://schemas.openxmlformats.org/drawingml/2006/main">
            <a:pPr algn="l">
              <a:defRPr sz="1275" b="0">
                <a:solidFill>
                  <a:srgbClr val="1F2933"/>
                </a:solidFill>
              </a:defRPr>
            </a:pPr>
            <a:r>
              <a:rPr sz="1275" b="0">
                <a:solidFill>
                  <a:srgbClr val="1F2933"/>
                </a:solidFill>
              </a:rPr>
              <a:t>“Saya unggah poster ini. Tolong jelaskan pesan utamanya, warna dominan, dan 3 alasan kenapa poster ini efektif untuk pelajar.”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B5538-2DC2-4CD0-85DA-04EAA73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994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7A"/>
                </a:solidFill>
              </a:defRPr>
            </a:pPr>
            <a:r>
              <a:rPr sz="1575" b="1">
                <a:solidFill>
                  <a:srgbClr val="24577A"/>
                </a:solidFill>
              </a:rPr>
              <a:t>Kuncinya bukan sekali kirim prompt lalu selesai, tetapi berani merevisi sampai hasilnya benar-benar berguna.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2E6BB-EC4C-4B44-B951-A2D07DF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59D7F-5AB7-417C-9C00-1F75B435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D3F28A-BB06-44F2-8709-1F6E5D5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98120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88aec6d354308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D833B-F3DE-48DE-9980-3C1B6CD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A8B2E-77C7-4EF5-8275-1F93B8C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Strategi Prompting untuk Image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F83AB-605F-4AF1-B629-B6265F03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85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Prompt gambar yang baik biasanya menjawab 4 hal: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CDC4D-98AB-412B-B64A-A445A3B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08918-FE3F-4BC5-835D-460AB1E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441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Objek utama: apa yang ingin ditampilkan?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6DEC5-006E-43D0-BF4C-D7CF40A1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914BF-0A5B-4D6F-9CB8-630B476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441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Konteks: dipakai untuk pelajaran apa dan suasananya bagaimana?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5218F-A475-473B-AC41-34150C8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DC054-97F2-4E8E-BD2D-4DB3D172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441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Gaya visual: realistis, poster edukatif, ilustrasi sederhana, atau komik.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37D4F1-9E10-44C0-887A-1092DDD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9C316-23CF-4C0C-97C6-F2CD2FE4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44196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Batasan: hindari hal sensitif, tetap sopan, dan sesuai tujuan akademik.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A8EC9-0A2F-419B-B5B9-FE30640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50673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31CE5-245A-4C5B-ABB4-C14799D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Prompt lebih baik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1CEAC-029E-434A-9AE1-ED3EC0E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362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“Buat ilustrasi poster edukatif tentang daur air untuk siswa kelas X, berwarna cerah, label jelas, dan mudah dipahami.”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E04A7-B640-42FB-A258-7D6423D2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76650"/>
            <a:ext cx="5067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6A89E-7EE1-428C-B3D4-C71FAF9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Prompt terlalu umum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99BC7-82FD-4772-91EB-9ED63DC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“Buat gambar daur air.”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AE7E5-200B-4E4C-9B44-2576725D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626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77A"/>
                </a:solidFill>
              </a:defRPr>
            </a:pPr>
            <a:r>
              <a:rPr sz="1650" b="1">
                <a:solidFill>
                  <a:srgbClr val="24577A"/>
                </a:solidFill>
              </a:rPr>
              <a:t>Semakin jelas tujuan dan konteksnya, semakin besar peluang hasil visualnya berguna untuk belajar.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1B654-4022-464A-9499-657BAF8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A9420-E7E0-4DC3-BE75-FDC2986A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4A6E0-AABB-4556-8639-177F2EF7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7592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fb330894a4e9b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8A2DF-FCBE-4CD4-BD22-59E2348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936E7-DF88-4475-95D0-8F76ECEE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Strategi Prompting untuk Image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AC269-E741-4D7A-AE1F-1DC9B24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08D60-7277-4B6A-9B93-A88E2868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43050"/>
            <a:ext cx="5124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942A0-5C48-4AAC-8392-83DF0CB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Saat memberi gambar ke AI, mintalah hal yang spesifik: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61B42-1417-46E2-80CC-964F37D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63523-B1EB-494C-9CD1-13EEE65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1460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Jelaskan objek atau informasi penting yang terlihat.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A51EC-BBFE-436F-B0A6-AF60D696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79B4B1-A946-45F7-A218-BA18257F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Sebutkan bagian yang belum jelas atau perlu diperiksa lebih lanjut.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DB5D2-DBE1-4965-9497-7B0757E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BC344-BFCC-4BE1-ABB0-1A578C65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Hubungkan gambar dengan materi pelajaran yang sedang dibahas.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B2F20-F337-418B-A1B7-5BE6B99F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4DE08-6AAA-48F1-B49F-6A6D659A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4000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Minta AI menjawab dalam format poin agar mudah dicek.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98F64-8C7F-4B68-ABA0-4DC80CA4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Contoh prompt analisis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2C677-B6C6-454E-9844-BF31F6B0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400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“Lihat poster ini. Jelaskan pesan utamanya, target audiensnya, warna yang paling dominan, lalu sebutkan 3 hal yang membuat poster ini efektif.”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636C4-2A0C-4FBA-B198-557987C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Hal yang harus diingat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78AF6-FE19-466D-A8C0-2839419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D9AC8-D35E-4ED8-8617-4CAF6423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0576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AI bisa salah membaca detail kecil.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626B9-BB80-420F-9D48-2C823C6F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81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1FE56-234C-4998-B26A-6D041B8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14875"/>
            <a:ext cx="40576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Tulisan kecil atau simbol bisa salah dibaca.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14686-A563-413E-BD46-F937CACE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53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A1878-CB5E-4A8B-91D8-F660119E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86350"/>
            <a:ext cx="40576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Gunakan AI sebagai pembantu observasi, bukan penentu akhir.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E6D7C-44FF-4709-B1FA-E899CE9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B8338-C57C-49F7-B160-02C29EF5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611D8-73F0-42D2-90F1-3838CEBD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68342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f311165404ee3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E7FB4-18E2-42C7-9253-1E9D2716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ED78C-4061-4241-821A-F431DA1A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Buruk dan Etika Penggunaan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8541F-F17F-447D-9F38-D7741AD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4743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CB0E8-B117-40AE-8089-9506375F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5219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E1518-F884-4E39-BBE7-1DD19BD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Penggunaan yang kurang tepat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58239-EFCA-4984-BCDB-C008321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7E8FC-795A-4970-9704-8D2CE5F6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Memakai gambar AI lalu mengaku itu hasil karya sendiri sepenuhnya.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0F33D-D9E4-4CA7-95F0-DFCC3498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53733-8D8C-4D32-B774-CABB7DB5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Menghasilkan visual menyesatkan untuk tugas sekolah.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01395-AB30-44EF-857D-00D36D6E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0757A-7CF0-4CBA-9DFD-3B972EF1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Meminta AI menilai wajah atau identitas teman tanpa izin.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EBF38-EEA1-497F-9435-79A2B639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C5A64-BF65-45CA-A704-743A34FD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Mengunggah foto pribadi atau sensitif ke tool tanpa pertimbangan.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969A8-159A-41B0-8813-12AD9FD9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Etika yang perlu dijaga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74B7F-D050-4927-B86B-B23C937F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69E7C-0FDC-44BC-A78B-1356E6C5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Kejujuran: jelaskan jika tugas dibantu AI visual.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9B72F-7581-4E50-8D2D-29161CAD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C93C11-9DFA-487F-BDCA-6C50D87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Privasi: hormati wajah, foto, dan dokumen orang 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7BFF78-A8E3-4156-9DE1-0C6CEB9F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D44CE-15BB-44B9-BB15-C3181C9F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Verifikasi: periksa hasil AI sebelum dibagikan.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02239-45B5-4380-A858-F965A01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42B2D5-4E95-472B-AC32-E567553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Tanggung jawab: gunakan untuk belajar, bukan memanipulasi fakta.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65C55-487B-4D8F-8401-454E4D82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306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DA653-3F07-4B58-BB11-D09F7BC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84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Kemampuan teknis itu penting, tetapi kejujuran, izin, dan tanggung jawab tetap lebih penting.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2102B-A141-4673-A9E4-A8D29E16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DA1C7-5F39-46F4-AE5E-2E1930FC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F0EBC-1693-46AB-B77B-FFA8778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28831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28a5de4846fd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1872-6B5A-466B-80AB-FD8353A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15FB3-9275-430E-93C8-BF5D713B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Tugas Kelompok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63A31-7C4E-4F19-A85C-07350FA0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Menganalisis dan Merancang Penggunaan AI Visual untuk Belajar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CECCB-43DB-46AA-A1BD-E1243B54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5358F-3821-40EC-8B77-9E66DB3B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Pilih satu mata pelajaran yang menurut kelompok kalian cocok memakai AI visual.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8194-7F15-45B1-BFA4-EAA2963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2A281-DF87-4340-9079-6D317550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62225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Jelaskan apakah AI akan dipakai untuk membuat gambar atau menganalisis gambar.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3FA2C-61C4-4923-8F9C-247A71BD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A6AA0-F0FD-46C1-9FD8-0D82B11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Tulis 1 contoh prompt yang baik dan jelaskan kenapa prompt itu efektif.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47B2C-7F92-4DF6-8F74-A46EC8E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BB8A7-9CE4-4F61-9832-F57CD27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19475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Berikan 2 manfaat akademik dan 2 risiko etika yang harus dijaga.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175C1-3C80-44AB-8030-E29628F4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8982E-9BD9-40DB-B23E-7E94598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Sertakan minimal 2 screenshot: proses memakai tool dan hasilnya.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39CB5-894C-4EE7-BF43-F4933DEF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A5291-AD85-4F4D-BD80-662B1AF3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76725"/>
            <a:ext cx="9658350" cy="380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Tunjukkan singkat langkah praktik GPT yang kalian lakukan.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11CDE-B2B5-486A-B4A4-13709C3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79443-23EF-4276-8A6B-AF79E22C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7A"/>
                </a:solidFill>
              </a:defRPr>
            </a:pPr>
            <a:r>
              <a:rPr sz="1500" b="1">
                <a:solidFill>
                  <a:srgbClr val="24577A"/>
                </a:solidFill>
              </a:rPr>
              <a:t>Pengumpulan tugas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26B17-C272-41A3-B3BD-D3E8D21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Kirim ke: ataka.ahmad@gmail.com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C38DD-7F40-4AB1-A2C8-03F4C4B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435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Subject: SMA Teladan X - Tugas AI Visual - [Nama Kelompok]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FC16D-04C5-4B42-A8A6-67836BC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Output yang diharapkan: ringkasan 1 halaman atau 4-6 slide singkat.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421541-4DC1-4B28-904F-5603F853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3FCB2-3496-47D0-819D-FF13937D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78727-3723-48CD-A742-06B24E26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6733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2026-08-06T03:03:38.1320000Z</dcterms:created>
  <dcterms:modified xsi:type="dcterms:W3CDTF">2026-08-06T03:03:38.1320000Z</dcterms:modified>
</coreProperties>
</file>